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74" r:id="rId3"/>
    <p:sldId id="281" r:id="rId4"/>
    <p:sldId id="276" r:id="rId5"/>
    <p:sldId id="277" r:id="rId6"/>
    <p:sldId id="284" r:id="rId7"/>
    <p:sldId id="285" r:id="rId8"/>
    <p:sldId id="286" r:id="rId9"/>
    <p:sldId id="282" r:id="rId10"/>
    <p:sldId id="283" r:id="rId11"/>
    <p:sldId id="279" r:id="rId12"/>
    <p:sldId id="287" r:id="rId13"/>
    <p:sldId id="288" r:id="rId14"/>
    <p:sldId id="289" r:id="rId15"/>
    <p:sldId id="280" r:id="rId16"/>
    <p:sldId id="290" r:id="rId17"/>
    <p:sldId id="260" r:id="rId18"/>
    <p:sldId id="262" r:id="rId19"/>
    <p:sldId id="257" r:id="rId20"/>
    <p:sldId id="267" r:id="rId21"/>
    <p:sldId id="268" r:id="rId22"/>
    <p:sldId id="269" r:id="rId23"/>
    <p:sldId id="270" r:id="rId24"/>
    <p:sldId id="271" r:id="rId25"/>
    <p:sldId id="258" r:id="rId26"/>
    <p:sldId id="263" r:id="rId27"/>
    <p:sldId id="259" r:id="rId28"/>
    <p:sldId id="261" r:id="rId29"/>
    <p:sldId id="272" r:id="rId30"/>
    <p:sldId id="273" r:id="rId31"/>
    <p:sldId id="264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52" autoAdjust="0"/>
    <p:restoredTop sz="82030" autoAdjust="0"/>
  </p:normalViewPr>
  <p:slideViewPr>
    <p:cSldViewPr>
      <p:cViewPr varScale="1">
        <p:scale>
          <a:sx n="64" d="100"/>
          <a:sy n="64" d="100"/>
        </p:scale>
        <p:origin x="-1344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90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92FFB8-2EAA-48D1-8E99-EFCF840DF2E2}" type="datetimeFigureOut">
              <a:rPr lang="en-US" smtClean="0"/>
              <a:t>23-Jul-17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F49D5-D04D-43CC-8EF4-B98D0406C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230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Dari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fakta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lapangan</a:t>
            </a:r>
            <a:r>
              <a:rPr lang="en-US" baseline="0" dirty="0" smtClean="0"/>
              <a:t>, Daerah </a:t>
            </a:r>
            <a:r>
              <a:rPr lang="en-US" baseline="0" dirty="0" err="1" smtClean="0"/>
              <a:t>Banjarsari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tersusun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atas</a:t>
            </a:r>
            <a:r>
              <a:rPr lang="en-US" baseline="0" dirty="0" smtClean="0"/>
              <a:t> </a:t>
            </a:r>
            <a:r>
              <a:rPr lang="en-US" baseline="0" dirty="0" err="1" smtClean="0"/>
              <a:t>batuan</a:t>
            </a:r>
            <a:r>
              <a:rPr lang="en-US" baseline="0" dirty="0" smtClean="0"/>
              <a:t> yang </a:t>
            </a:r>
            <a:r>
              <a:rPr lang="en-US" baseline="0" dirty="0" err="1" smtClean="0"/>
              <a:t>rapuh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dan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mudah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terubah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menjadi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tanah</a:t>
            </a:r>
            <a:r>
              <a:rPr lang="en-US" baseline="0" dirty="0" smtClean="0"/>
              <a:t>.</a:t>
            </a:r>
          </a:p>
          <a:p>
            <a:r>
              <a:rPr lang="en-US" dirty="0" err="1" smtClean="0"/>
              <a:t>Pemukiman</a:t>
            </a:r>
            <a:r>
              <a:rPr lang="en-US" baseline="0" dirty="0" smtClean="0"/>
              <a:t> 17,9%</a:t>
            </a:r>
            <a:endParaRPr lang="en-US" dirty="0" smtClean="0"/>
          </a:p>
          <a:p>
            <a:r>
              <a:rPr lang="en-US" dirty="0" err="1" smtClean="0"/>
              <a:t>Hutan</a:t>
            </a:r>
            <a:r>
              <a:rPr lang="en-US" dirty="0" smtClean="0"/>
              <a:t> 21,9%</a:t>
            </a:r>
          </a:p>
          <a:p>
            <a:r>
              <a:rPr lang="en-US" dirty="0" err="1" smtClean="0"/>
              <a:t>Sawah</a:t>
            </a:r>
            <a:r>
              <a:rPr lang="en-US" baseline="0" dirty="0" smtClean="0"/>
              <a:t> 23,5%</a:t>
            </a:r>
          </a:p>
          <a:p>
            <a:r>
              <a:rPr lang="en-US" baseline="0" dirty="0" smtClean="0"/>
              <a:t>Perkebunan 38,7%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3F49D5-D04D-43CC-8EF4-B98D0406CE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277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Angin</a:t>
            </a:r>
            <a:r>
              <a:rPr lang="en-US" dirty="0" smtClean="0"/>
              <a:t> </a:t>
            </a:r>
            <a:r>
              <a:rPr lang="en-US" dirty="0" err="1" smtClean="0"/>
              <a:t>puting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beliung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terjadi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saat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peralihan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musim</a:t>
            </a:r>
            <a:r>
              <a:rPr lang="en-US" baseline="0" dirty="0" smtClean="0"/>
              <a:t> </a:t>
            </a:r>
            <a:r>
              <a:rPr lang="en-US" baseline="0" dirty="0" err="1" smtClean="0"/>
              <a:t>kemarau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menuju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penghujan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akibat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adanya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perbedaan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suhu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tinggi</a:t>
            </a:r>
            <a:r>
              <a:rPr lang="en-US" baseline="0" dirty="0" smtClean="0"/>
              <a:t> -&gt; </a:t>
            </a:r>
            <a:r>
              <a:rPr lang="en-US" baseline="0" dirty="0" err="1" smtClean="0"/>
              <a:t>suhu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rendah</a:t>
            </a:r>
            <a:r>
              <a:rPr lang="en-US" baseline="0" dirty="0" smtClean="0"/>
              <a:t>.</a:t>
            </a:r>
          </a:p>
          <a:p>
            <a:r>
              <a:rPr lang="en-US" baseline="0" dirty="0" err="1" smtClean="0"/>
              <a:t>Banjir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terjadi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ketika</a:t>
            </a:r>
            <a:r>
              <a:rPr lang="en-US" baseline="0" dirty="0" smtClean="0"/>
              <a:t> volume air </a:t>
            </a:r>
            <a:r>
              <a:rPr lang="en-US" baseline="0" dirty="0" err="1" smtClean="0"/>
              <a:t>meningkat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saat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curah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hujan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tinggi</a:t>
            </a:r>
            <a:r>
              <a:rPr lang="en-US" baseline="0" dirty="0" smtClean="0"/>
              <a:t>. </a:t>
            </a:r>
            <a:r>
              <a:rPr lang="en-US" baseline="0" dirty="0" err="1" smtClean="0"/>
              <a:t>Musim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penghujan</a:t>
            </a:r>
            <a:r>
              <a:rPr lang="en-US" baseline="0" dirty="0" smtClean="0"/>
              <a:t>.</a:t>
            </a:r>
          </a:p>
          <a:p>
            <a:r>
              <a:rPr lang="en-US" baseline="0" dirty="0" err="1" smtClean="0"/>
              <a:t>Gempa</a:t>
            </a:r>
            <a:r>
              <a:rPr lang="en-US" baseline="0" dirty="0" smtClean="0"/>
              <a:t> </a:t>
            </a:r>
            <a:r>
              <a:rPr lang="en-US" baseline="0" dirty="0" err="1" smtClean="0"/>
              <a:t>bumi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adl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pergerakan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lempeng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Bumi</a:t>
            </a:r>
            <a:r>
              <a:rPr lang="en-US" baseline="0" dirty="0" smtClean="0"/>
              <a:t>. </a:t>
            </a:r>
            <a:r>
              <a:rPr lang="en-US" baseline="0" dirty="0" err="1" smtClean="0"/>
              <a:t>Dapat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terjadi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kapan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saja</a:t>
            </a:r>
            <a:r>
              <a:rPr lang="en-US" baseline="0" dirty="0" smtClean="0"/>
              <a:t>.</a:t>
            </a:r>
          </a:p>
          <a:p>
            <a:r>
              <a:rPr lang="en-US" baseline="0" dirty="0" err="1" smtClean="0"/>
              <a:t>Kekeringan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terjadi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pada</a:t>
            </a:r>
            <a:r>
              <a:rPr lang="en-US" baseline="0" dirty="0" smtClean="0"/>
              <a:t> </a:t>
            </a:r>
            <a:r>
              <a:rPr lang="en-US" baseline="0" dirty="0" err="1" smtClean="0"/>
              <a:t>musim</a:t>
            </a:r>
            <a:r>
              <a:rPr lang="en-US" baseline="0" dirty="0" smtClean="0"/>
              <a:t> </a:t>
            </a:r>
            <a:r>
              <a:rPr lang="en-US" baseline="0" dirty="0" err="1" smtClean="0"/>
              <a:t>kemarau</a:t>
            </a:r>
            <a:r>
              <a:rPr lang="en-US" baseline="0" dirty="0" smtClean="0"/>
              <a:t>.</a:t>
            </a:r>
          </a:p>
          <a:p>
            <a:r>
              <a:rPr lang="en-US" baseline="0" dirty="0" smtClean="0"/>
              <a:t>Tanah </a:t>
            </a:r>
            <a:r>
              <a:rPr lang="en-US" baseline="0" dirty="0" err="1" smtClean="0"/>
              <a:t>longsor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dipicu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oleh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tanah</a:t>
            </a:r>
            <a:r>
              <a:rPr lang="en-US" baseline="0" dirty="0" smtClean="0"/>
              <a:t> yang </a:t>
            </a:r>
            <a:r>
              <a:rPr lang="en-US" baseline="0" dirty="0" err="1" smtClean="0"/>
              <a:t>jenuh</a:t>
            </a:r>
            <a:r>
              <a:rPr lang="en-US" baseline="0" dirty="0" smtClean="0"/>
              <a:t> air </a:t>
            </a:r>
            <a:r>
              <a:rPr lang="en-US" baseline="0" dirty="0" err="1" smtClean="0"/>
              <a:t>shg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dapat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meluncur</a:t>
            </a:r>
            <a:r>
              <a:rPr lang="en-US" baseline="0" dirty="0" smtClean="0"/>
              <a:t> </a:t>
            </a:r>
            <a:r>
              <a:rPr lang="en-US" baseline="0" dirty="0" err="1" smtClean="0"/>
              <a:t>ke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bawah</a:t>
            </a:r>
            <a:r>
              <a:rPr lang="en-US" baseline="0" dirty="0" smtClean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3F49D5-D04D-43CC-8EF4-B98D0406CE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6991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3F49D5-D04D-43CC-8EF4-B98D0406CE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9306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Angin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puting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beliung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terjadi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pada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saat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peralihan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musim</a:t>
            </a:r>
            <a:r>
              <a:rPr lang="en-US" baseline="0" dirty="0" smtClean="0"/>
              <a:t> </a:t>
            </a:r>
            <a:r>
              <a:rPr lang="en-US" baseline="0" dirty="0" err="1" smtClean="0"/>
              <a:t>kemarau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ke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penghujan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pada</a:t>
            </a:r>
            <a:r>
              <a:rPr lang="en-US" baseline="0" dirty="0" smtClean="0"/>
              <a:t> </a:t>
            </a:r>
            <a:r>
              <a:rPr lang="en-US" baseline="0" dirty="0" err="1" smtClean="0"/>
              <a:t>waktu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siang</a:t>
            </a:r>
            <a:r>
              <a:rPr lang="en-US" baseline="0" dirty="0" smtClean="0"/>
              <a:t>/sore </a:t>
            </a:r>
            <a:r>
              <a:rPr lang="en-US" baseline="0" dirty="0" err="1" smtClean="0"/>
              <a:t>hari</a:t>
            </a:r>
            <a:r>
              <a:rPr lang="en-US" baseline="0" dirty="0" smtClean="0"/>
              <a:t>. </a:t>
            </a:r>
            <a:r>
              <a:rPr lang="en-US" baseline="0" dirty="0" err="1" smtClean="0"/>
              <a:t>Diakibatkan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oleh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perbedaan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suhu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dan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tekanan</a:t>
            </a:r>
            <a:r>
              <a:rPr lang="en-US" baseline="0" dirty="0" smtClean="0"/>
              <a:t> yang </a:t>
            </a:r>
            <a:r>
              <a:rPr lang="en-US" baseline="0" dirty="0" err="1" smtClean="0"/>
              <a:t>jauh</a:t>
            </a:r>
            <a:r>
              <a:rPr lang="en-US" baseline="0" dirty="0" smtClean="0"/>
              <a:t>. </a:t>
            </a:r>
            <a:r>
              <a:rPr lang="en-US" baseline="0" dirty="0" err="1" smtClean="0"/>
              <a:t>Sangat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rawan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terjadi</a:t>
            </a:r>
            <a:r>
              <a:rPr lang="en-US" baseline="0" dirty="0" smtClean="0"/>
              <a:t> di </a:t>
            </a:r>
            <a:r>
              <a:rPr lang="en-US" baseline="0" dirty="0" err="1" smtClean="0"/>
              <a:t>daerah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dataran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dengan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vegetasi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jarang</a:t>
            </a:r>
            <a:r>
              <a:rPr lang="en-US" baseline="0" dirty="0" smtClean="0"/>
              <a:t> (</a:t>
            </a:r>
            <a:r>
              <a:rPr lang="en-US" baseline="0" dirty="0" err="1" smtClean="0"/>
              <a:t>terbuka</a:t>
            </a:r>
            <a:r>
              <a:rPr lang="en-US" baseline="0" dirty="0" smtClean="0"/>
              <a:t>).</a:t>
            </a:r>
            <a:endParaRPr lang="en-US" dirty="0" smtClean="0"/>
          </a:p>
          <a:p>
            <a:r>
              <a:rPr lang="en-US" dirty="0" err="1" smtClean="0"/>
              <a:t>Banjir</a:t>
            </a:r>
            <a:r>
              <a:rPr lang="en-US" dirty="0" smtClean="0"/>
              <a:t> </a:t>
            </a:r>
            <a:r>
              <a:rPr lang="en-US" dirty="0" err="1" smtClean="0"/>
              <a:t>sangat</a:t>
            </a:r>
            <a:r>
              <a:rPr lang="en-US" dirty="0" smtClean="0"/>
              <a:t> </a:t>
            </a:r>
            <a:r>
              <a:rPr lang="en-US" dirty="0" err="1" smtClean="0"/>
              <a:t>rawan</a:t>
            </a:r>
            <a:r>
              <a:rPr lang="en-US" dirty="0" smtClean="0"/>
              <a:t> </a:t>
            </a:r>
            <a:r>
              <a:rPr lang="en-US" dirty="0" err="1" smtClean="0"/>
              <a:t>terjadi</a:t>
            </a:r>
            <a:r>
              <a:rPr lang="en-US" dirty="0" smtClean="0"/>
              <a:t> di </a:t>
            </a:r>
            <a:r>
              <a:rPr lang="en-US" dirty="0" err="1" smtClean="0"/>
              <a:t>dataran</a:t>
            </a:r>
            <a:r>
              <a:rPr lang="en-US" dirty="0" smtClean="0"/>
              <a:t> </a:t>
            </a:r>
            <a:r>
              <a:rPr lang="en-US" dirty="0" err="1" smtClean="0"/>
              <a:t>banjir</a:t>
            </a:r>
            <a:r>
              <a:rPr lang="en-US" dirty="0" smtClean="0"/>
              <a:t> </a:t>
            </a:r>
            <a:r>
              <a:rPr lang="en-US" dirty="0" err="1" smtClean="0"/>
              <a:t>sekitar</a:t>
            </a:r>
            <a:r>
              <a:rPr lang="en-US" dirty="0" smtClean="0"/>
              <a:t> </a:t>
            </a:r>
            <a:r>
              <a:rPr lang="en-US" dirty="0" err="1" smtClean="0"/>
              <a:t>lembah</a:t>
            </a:r>
            <a:r>
              <a:rPr lang="en-US" dirty="0" smtClean="0"/>
              <a:t> </a:t>
            </a:r>
            <a:r>
              <a:rPr lang="en-US" dirty="0" err="1" smtClean="0"/>
              <a:t>sungai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3F49D5-D04D-43CC-8EF4-B98D0406CE0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6129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Gempa</a:t>
            </a:r>
            <a:r>
              <a:rPr lang="en-US" dirty="0" smtClean="0"/>
              <a:t> </a:t>
            </a:r>
            <a:r>
              <a:rPr lang="en-US" dirty="0" err="1" smtClean="0"/>
              <a:t>rawan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terjadi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pada</a:t>
            </a:r>
            <a:r>
              <a:rPr lang="en-US" baseline="0" dirty="0" smtClean="0"/>
              <a:t> </a:t>
            </a:r>
            <a:r>
              <a:rPr lang="en-US" baseline="0" dirty="0" err="1" smtClean="0"/>
              <a:t>batuan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aluvium</a:t>
            </a:r>
            <a:r>
              <a:rPr lang="en-US" baseline="0" dirty="0" smtClean="0"/>
              <a:t>, </a:t>
            </a:r>
            <a:r>
              <a:rPr lang="en-US" baseline="0" dirty="0" err="1" smtClean="0"/>
              <a:t>endapan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gunungapi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dan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batuan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terlapukkan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kuat</a:t>
            </a:r>
            <a:r>
              <a:rPr lang="en-US" baseline="0" dirty="0" smtClean="0"/>
              <a:t> -&gt; </a:t>
            </a:r>
            <a:r>
              <a:rPr lang="en-US" baseline="0" dirty="0" err="1" smtClean="0"/>
              <a:t>tanah</a:t>
            </a:r>
            <a:r>
              <a:rPr lang="en-US" baseline="0" dirty="0" smtClean="0"/>
              <a:t>. B/ data PGA &gt;0,34</a:t>
            </a:r>
            <a:endParaRPr lang="en-US" dirty="0" smtClean="0"/>
          </a:p>
          <a:p>
            <a:r>
              <a:rPr lang="en-US" dirty="0" err="1" smtClean="0"/>
              <a:t>Kebakaran</a:t>
            </a:r>
            <a:r>
              <a:rPr lang="en-US" dirty="0" smtClean="0"/>
              <a:t> </a:t>
            </a:r>
            <a:r>
              <a:rPr lang="en-US" dirty="0" err="1" smtClean="0"/>
              <a:t>alami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rawan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terjadi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pada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daerah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kering</a:t>
            </a:r>
            <a:r>
              <a:rPr lang="en-US" baseline="0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3F49D5-D04D-43CC-8EF4-B98D0406CE0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0471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Kekeringan</a:t>
            </a:r>
            <a:r>
              <a:rPr lang="en-US" dirty="0" smtClean="0"/>
              <a:t> </a:t>
            </a:r>
            <a:r>
              <a:rPr lang="en-US" dirty="0" err="1" smtClean="0"/>
              <a:t>rawan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terjadi</a:t>
            </a:r>
            <a:r>
              <a:rPr lang="en-US" baseline="0" dirty="0" smtClean="0"/>
              <a:t> di </a:t>
            </a:r>
            <a:r>
              <a:rPr lang="en-US" baseline="0" dirty="0" err="1" smtClean="0"/>
              <a:t>daerah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jauh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dari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aliran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sungai</a:t>
            </a:r>
            <a:endParaRPr lang="en-US" dirty="0" smtClean="0"/>
          </a:p>
          <a:p>
            <a:r>
              <a:rPr lang="en-US" dirty="0" err="1" smtClean="0"/>
              <a:t>Longsor</a:t>
            </a:r>
            <a:r>
              <a:rPr lang="en-US" dirty="0" smtClean="0"/>
              <a:t> </a:t>
            </a:r>
            <a:r>
              <a:rPr lang="en-US" dirty="0" err="1" smtClean="0"/>
              <a:t>rawan</a:t>
            </a:r>
            <a:r>
              <a:rPr lang="en-US" dirty="0" smtClean="0"/>
              <a:t> </a:t>
            </a:r>
            <a:r>
              <a:rPr lang="en-US" dirty="0" err="1" smtClean="0"/>
              <a:t>terjadi</a:t>
            </a:r>
            <a:r>
              <a:rPr lang="en-US" dirty="0" smtClean="0"/>
              <a:t> di </a:t>
            </a:r>
            <a:r>
              <a:rPr lang="en-US" dirty="0" err="1" smtClean="0"/>
              <a:t>daerah</a:t>
            </a:r>
            <a:r>
              <a:rPr lang="en-US" dirty="0" smtClean="0"/>
              <a:t> </a:t>
            </a:r>
            <a:r>
              <a:rPr lang="en-US" dirty="0" err="1" smtClean="0"/>
              <a:t>lereng</a:t>
            </a:r>
            <a:r>
              <a:rPr lang="en-US" dirty="0" smtClean="0"/>
              <a:t> </a:t>
            </a:r>
            <a:r>
              <a:rPr lang="en-US" dirty="0" err="1" smtClean="0"/>
              <a:t>terjal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3F49D5-D04D-43CC-8EF4-B98D0406CE0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556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baseline="0" dirty="0" err="1" smtClean="0"/>
              <a:t>Jelaskan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definisi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Kapasitas</a:t>
            </a:r>
            <a:r>
              <a:rPr lang="en-US" baseline="0" dirty="0" smtClean="0"/>
              <a:t> </a:t>
            </a:r>
            <a:r>
              <a:rPr lang="en-US" baseline="0" dirty="0" err="1" smtClean="0"/>
              <a:t>Masyarakat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dalam</a:t>
            </a:r>
            <a:r>
              <a:rPr lang="en-US" baseline="0" dirty="0" smtClean="0"/>
              <a:t> </a:t>
            </a:r>
            <a:r>
              <a:rPr lang="en-US" baseline="0" dirty="0" err="1" smtClean="0"/>
              <a:t>menghadapi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bencana</a:t>
            </a:r>
            <a:r>
              <a:rPr lang="en-US" baseline="0" dirty="0" smtClean="0"/>
              <a:t>.</a:t>
            </a:r>
          </a:p>
          <a:p>
            <a:pPr marL="228600" indent="-228600">
              <a:buAutoNum type="arabicPeriod"/>
            </a:pPr>
            <a:r>
              <a:rPr lang="en-US" baseline="0" dirty="0" err="1" smtClean="0"/>
              <a:t>Metode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penelitian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dilakukan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dengan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cara</a:t>
            </a:r>
            <a:r>
              <a:rPr lang="en-US" baseline="0" dirty="0" smtClean="0"/>
              <a:t> </a:t>
            </a:r>
            <a:r>
              <a:rPr lang="en-US" baseline="0" dirty="0" err="1" smtClean="0"/>
              <a:t>wawancara</a:t>
            </a:r>
            <a:r>
              <a:rPr lang="en-US" baseline="0" dirty="0" smtClean="0"/>
              <a:t> </a:t>
            </a:r>
            <a:r>
              <a:rPr lang="en-US" baseline="0" dirty="0" err="1" smtClean="0"/>
              <a:t>kepada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perangkat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desa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dan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beberapa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sampel</a:t>
            </a:r>
            <a:r>
              <a:rPr lang="en-US" baseline="0" dirty="0" smtClean="0"/>
              <a:t> </a:t>
            </a:r>
            <a:r>
              <a:rPr lang="en-US" baseline="0" dirty="0" err="1" smtClean="0"/>
              <a:t>warga</a:t>
            </a:r>
            <a:r>
              <a:rPr lang="en-US" baseline="0" dirty="0" smtClean="0"/>
              <a:t>.</a:t>
            </a:r>
          </a:p>
          <a:p>
            <a:pPr marL="228600" indent="-228600">
              <a:buAutoNum type="arabicPeriod"/>
            </a:pPr>
            <a:r>
              <a:rPr lang="en-US" baseline="0" dirty="0" err="1" smtClean="0"/>
              <a:t>Penilaian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maksimal</a:t>
            </a:r>
            <a:r>
              <a:rPr lang="en-US" baseline="0" dirty="0" smtClean="0"/>
              <a:t> 25 </a:t>
            </a:r>
            <a:r>
              <a:rPr lang="en-US" baseline="0" dirty="0" err="1" smtClean="0"/>
              <a:t>poin</a:t>
            </a:r>
            <a:r>
              <a:rPr lang="en-US" baseline="0" dirty="0" smtClean="0"/>
              <a:t> (</a:t>
            </a:r>
            <a:r>
              <a:rPr lang="en-US" baseline="0" dirty="0" err="1" smtClean="0"/>
              <a:t>hijau</a:t>
            </a:r>
            <a:r>
              <a:rPr lang="en-US" baseline="0" dirty="0" smtClean="0"/>
              <a:t>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3F49D5-D04D-43CC-8EF4-B98D0406CE0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792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07827537-7C47-4470-9BAE-1B2190EE8710}" type="slidenum">
              <a:rPr lang="en-US" smtClean="0">
                <a:latin typeface="Times New Roman" pitchFamily="18" charset="0"/>
              </a:rPr>
              <a:pPr/>
              <a:t>20</a:t>
            </a:fld>
            <a:endParaRPr lang="en-US" smtClean="0">
              <a:latin typeface="Times New Roman" pitchFamily="18" charset="0"/>
            </a:endParaRPr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7F2747B6-D429-45B7-A0F3-7F313FB36982}" type="slidenum">
              <a:rPr lang="en-US" smtClean="0">
                <a:latin typeface="Times New Roman" pitchFamily="18" charset="0"/>
              </a:rPr>
              <a:pPr/>
              <a:t>21</a:t>
            </a:fld>
            <a:endParaRPr lang="en-US" smtClean="0">
              <a:latin typeface="Times New Roman" pitchFamily="18" charset="0"/>
            </a:endParaRPr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00"/>
            </a:gs>
            <a:gs pos="20000">
              <a:srgbClr val="000040"/>
            </a:gs>
            <a:gs pos="50000">
              <a:srgbClr val="400040"/>
            </a:gs>
            <a:gs pos="75000">
              <a:srgbClr val="8F0040"/>
            </a:gs>
            <a:gs pos="89999">
              <a:srgbClr val="F27300"/>
            </a:gs>
            <a:gs pos="100000">
              <a:srgbClr val="FFBF0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DB74DFBF-2D3F-4984-B746-46C930398920}" type="slidenum">
              <a:rPr lang="en-US" sz="1200" smtClean="0">
                <a:latin typeface="Verdana" pitchFamily="34" charset="0"/>
              </a:rPr>
              <a:pPr/>
              <a:t>23</a:t>
            </a:fld>
            <a:endParaRPr lang="en-US" sz="1200" smtClean="0">
              <a:latin typeface="Verdana" pitchFamily="34" charset="0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="1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A63A6-FDE1-4F9C-9A9F-97A812F78BF6}" type="datetimeFigureOut">
              <a:rPr lang="en-US" smtClean="0"/>
              <a:t>23-Jul-17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547F1-1D10-4AE3-8DB9-B84A51652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94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A63A6-FDE1-4F9C-9A9F-97A812F78BF6}" type="datetimeFigureOut">
              <a:rPr lang="en-US" smtClean="0"/>
              <a:t>23-Jul-17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547F1-1D10-4AE3-8DB9-B84A51652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609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A63A6-FDE1-4F9C-9A9F-97A812F78BF6}" type="datetimeFigureOut">
              <a:rPr lang="en-US" smtClean="0"/>
              <a:t>23-Jul-17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547F1-1D10-4AE3-8DB9-B84A51652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292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A63A6-FDE1-4F9C-9A9F-97A812F78BF6}" type="datetimeFigureOut">
              <a:rPr lang="en-US" smtClean="0"/>
              <a:t>23-Jul-17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547F1-1D10-4AE3-8DB9-B84A51652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319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A63A6-FDE1-4F9C-9A9F-97A812F78BF6}" type="datetimeFigureOut">
              <a:rPr lang="en-US" smtClean="0"/>
              <a:t>23-Jul-17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547F1-1D10-4AE3-8DB9-B84A51652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933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A63A6-FDE1-4F9C-9A9F-97A812F78BF6}" type="datetimeFigureOut">
              <a:rPr lang="en-US" smtClean="0"/>
              <a:t>23-Jul-17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547F1-1D10-4AE3-8DB9-B84A51652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733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A63A6-FDE1-4F9C-9A9F-97A812F78BF6}" type="datetimeFigureOut">
              <a:rPr lang="en-US" smtClean="0"/>
              <a:t>23-Jul-17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547F1-1D10-4AE3-8DB9-B84A51652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052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A63A6-FDE1-4F9C-9A9F-97A812F78BF6}" type="datetimeFigureOut">
              <a:rPr lang="en-US" smtClean="0"/>
              <a:t>23-Jul-17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547F1-1D10-4AE3-8DB9-B84A51652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189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A63A6-FDE1-4F9C-9A9F-97A812F78BF6}" type="datetimeFigureOut">
              <a:rPr lang="en-US" smtClean="0"/>
              <a:t>23-Jul-17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547F1-1D10-4AE3-8DB9-B84A51652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188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A63A6-FDE1-4F9C-9A9F-97A812F78BF6}" type="datetimeFigureOut">
              <a:rPr lang="en-US" smtClean="0"/>
              <a:t>23-Jul-17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547F1-1D10-4AE3-8DB9-B84A51652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427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A63A6-FDE1-4F9C-9A9F-97A812F78BF6}" type="datetimeFigureOut">
              <a:rPr lang="en-US" smtClean="0"/>
              <a:t>23-Jul-17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547F1-1D10-4AE3-8DB9-B84A51652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9989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314" y="587376"/>
            <a:ext cx="8207375" cy="7191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412875"/>
            <a:ext cx="8218488" cy="4895850"/>
          </a:xfrm>
        </p:spPr>
        <p:txBody>
          <a:bodyPr/>
          <a:lstStyle/>
          <a:p>
            <a:pPr lvl="0"/>
            <a:endParaRPr lang="en-US" noProof="0" smtClean="0"/>
          </a:p>
        </p:txBody>
      </p:sp>
    </p:spTree>
    <p:extLst>
      <p:ext uri="{BB962C8B-B14F-4D97-AF65-F5344CB8AC3E}">
        <p14:creationId xmlns:p14="http://schemas.microsoft.com/office/powerpoint/2010/main" val="1124719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A63A6-FDE1-4F9C-9A9F-97A812F78BF6}" type="datetimeFigureOut">
              <a:rPr lang="en-US" smtClean="0"/>
              <a:t>23-Jul-17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547F1-1D10-4AE3-8DB9-B84A51652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955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1484785"/>
            <a:ext cx="7772400" cy="1800199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r>
              <a:rPr lang="en-US" dirty="0" err="1" smtClean="0"/>
              <a:t>Pemetaan</a:t>
            </a:r>
            <a:r>
              <a:rPr lang="en-US" dirty="0" smtClean="0"/>
              <a:t> </a:t>
            </a:r>
            <a:r>
              <a:rPr lang="en-US" dirty="0" err="1" smtClean="0"/>
              <a:t>Kapasitas</a:t>
            </a:r>
            <a:r>
              <a:rPr lang="en-US" dirty="0" smtClean="0"/>
              <a:t> </a:t>
            </a:r>
            <a:r>
              <a:rPr lang="en-US" dirty="0" err="1" smtClean="0"/>
              <a:t>Masyarakat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Mitigasi</a:t>
            </a:r>
            <a:r>
              <a:rPr lang="en-US" dirty="0" smtClean="0"/>
              <a:t> </a:t>
            </a:r>
            <a:r>
              <a:rPr lang="en-US" dirty="0" err="1" smtClean="0"/>
              <a:t>Bencana</a:t>
            </a:r>
            <a:r>
              <a:rPr lang="en-US" dirty="0" smtClean="0"/>
              <a:t> </a:t>
            </a:r>
            <a:r>
              <a:rPr lang="en-US" dirty="0" err="1" smtClean="0"/>
              <a:t>Desa</a:t>
            </a:r>
            <a:r>
              <a:rPr lang="en-US" dirty="0" smtClean="0"/>
              <a:t> </a:t>
            </a:r>
            <a:r>
              <a:rPr lang="en-US" dirty="0" err="1" smtClean="0"/>
              <a:t>Banjarsari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2135088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KKN-PPM UGM 2017</a:t>
            </a:r>
          </a:p>
          <a:p>
            <a:r>
              <a:rPr lang="en-US" dirty="0" smtClean="0"/>
              <a:t>Unit JTG-25</a:t>
            </a:r>
          </a:p>
          <a:p>
            <a:r>
              <a:rPr lang="en-US" dirty="0" err="1" smtClean="0"/>
              <a:t>Desa</a:t>
            </a:r>
            <a:r>
              <a:rPr lang="en-US" dirty="0" smtClean="0"/>
              <a:t> </a:t>
            </a:r>
            <a:r>
              <a:rPr lang="en-US" dirty="0" err="1" smtClean="0"/>
              <a:t>Banjarsari</a:t>
            </a:r>
            <a:r>
              <a:rPr lang="en-US" dirty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Sekitarnya</a:t>
            </a:r>
            <a:r>
              <a:rPr lang="en-US" dirty="0" smtClean="0"/>
              <a:t>,</a:t>
            </a:r>
          </a:p>
          <a:p>
            <a:r>
              <a:rPr lang="en-US" dirty="0" err="1" smtClean="0"/>
              <a:t>Kec</a:t>
            </a:r>
            <a:r>
              <a:rPr lang="en-US" dirty="0" smtClean="0"/>
              <a:t>. </a:t>
            </a:r>
            <a:r>
              <a:rPr lang="en-US" dirty="0" err="1" smtClean="0"/>
              <a:t>Bantarkawung</a:t>
            </a:r>
            <a:r>
              <a:rPr lang="en-US" dirty="0" smtClean="0"/>
              <a:t>, </a:t>
            </a:r>
            <a:r>
              <a:rPr lang="en-US" dirty="0" err="1" smtClean="0"/>
              <a:t>Kab</a:t>
            </a:r>
            <a:r>
              <a:rPr lang="en-US" dirty="0" smtClean="0"/>
              <a:t>. </a:t>
            </a:r>
            <a:r>
              <a:rPr lang="en-US" dirty="0" err="1" smtClean="0"/>
              <a:t>Brebes</a:t>
            </a:r>
            <a:r>
              <a:rPr lang="en-US" dirty="0" smtClean="0"/>
              <a:t>, Prov. </a:t>
            </a:r>
            <a:r>
              <a:rPr lang="en-US" dirty="0" err="1" smtClean="0"/>
              <a:t>Jateng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5547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r>
              <a:rPr lang="en-US" dirty="0" err="1" smtClean="0"/>
              <a:t>Sosialisasi</a:t>
            </a:r>
            <a:r>
              <a:rPr lang="en-US" dirty="0" smtClean="0"/>
              <a:t> </a:t>
            </a:r>
            <a:r>
              <a:rPr lang="en-US" dirty="0" err="1" smtClean="0"/>
              <a:t>Kebencanaan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 smtClean="0"/>
              <a:t>Desa</a:t>
            </a:r>
            <a:r>
              <a:rPr lang="en-US" dirty="0" smtClean="0"/>
              <a:t> </a:t>
            </a:r>
            <a:r>
              <a:rPr lang="en-US" dirty="0" err="1" smtClean="0"/>
              <a:t>Banjarsari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>
            <a:normAutofit/>
          </a:bodyPr>
          <a:lstStyle/>
          <a:p>
            <a:r>
              <a:rPr lang="en-US" u="sng" dirty="0" err="1" smtClean="0"/>
              <a:t>Profil</a:t>
            </a:r>
            <a:r>
              <a:rPr lang="en-US" u="sng" dirty="0" smtClean="0"/>
              <a:t> </a:t>
            </a:r>
            <a:r>
              <a:rPr lang="en-US" u="sng" dirty="0" err="1" smtClean="0"/>
              <a:t>Desa</a:t>
            </a:r>
            <a:r>
              <a:rPr lang="en-US" u="sng" dirty="0" smtClean="0"/>
              <a:t> </a:t>
            </a:r>
            <a:r>
              <a:rPr lang="en-US" u="sng" dirty="0" err="1" smtClean="0"/>
              <a:t>Banjarsari</a:t>
            </a:r>
            <a:endParaRPr lang="en-US" dirty="0"/>
          </a:p>
          <a:p>
            <a:r>
              <a:rPr lang="en-US" u="sng" dirty="0" err="1" smtClean="0"/>
              <a:t>Gambaran</a:t>
            </a:r>
            <a:r>
              <a:rPr lang="en-US" u="sng" dirty="0" smtClean="0"/>
              <a:t> </a:t>
            </a:r>
            <a:r>
              <a:rPr lang="en-US" u="sng" dirty="0" err="1" smtClean="0"/>
              <a:t>Kebencanaan</a:t>
            </a:r>
            <a:r>
              <a:rPr lang="en-US" u="sng" dirty="0" smtClean="0"/>
              <a:t> </a:t>
            </a:r>
            <a:r>
              <a:rPr lang="en-US" u="sng" dirty="0" err="1" smtClean="0"/>
              <a:t>Desa</a:t>
            </a:r>
            <a:endParaRPr lang="en-US" u="sng" dirty="0"/>
          </a:p>
          <a:p>
            <a:r>
              <a:rPr lang="en-US" u="sng" dirty="0" err="1" smtClean="0"/>
              <a:t>Kejadian</a:t>
            </a:r>
            <a:r>
              <a:rPr lang="en-US" u="sng" dirty="0" smtClean="0"/>
              <a:t> </a:t>
            </a:r>
            <a:r>
              <a:rPr lang="en-US" u="sng" dirty="0" err="1" smtClean="0"/>
              <a:t>Bencana</a:t>
            </a:r>
            <a:r>
              <a:rPr lang="en-US" u="sng" dirty="0" smtClean="0"/>
              <a:t> </a:t>
            </a:r>
            <a:r>
              <a:rPr lang="en-US" u="sng" dirty="0" err="1" smtClean="0"/>
              <a:t>Terbaru</a:t>
            </a:r>
            <a:endParaRPr lang="en-US" u="sng" dirty="0" smtClean="0"/>
          </a:p>
          <a:p>
            <a:r>
              <a:rPr lang="en-US" u="sng" dirty="0" err="1" smtClean="0"/>
              <a:t>Hasil</a:t>
            </a:r>
            <a:r>
              <a:rPr lang="en-US" u="sng" dirty="0" smtClean="0"/>
              <a:t> </a:t>
            </a:r>
            <a:r>
              <a:rPr lang="en-US" u="sng" dirty="0" err="1" smtClean="0"/>
              <a:t>Pemetaan</a:t>
            </a:r>
            <a:r>
              <a:rPr lang="en-US" u="sng" dirty="0" smtClean="0"/>
              <a:t> </a:t>
            </a:r>
            <a:r>
              <a:rPr lang="en-US" u="sng" dirty="0" err="1" smtClean="0"/>
              <a:t>Kapasitas</a:t>
            </a:r>
            <a:r>
              <a:rPr lang="en-US" u="sng" dirty="0" smtClean="0"/>
              <a:t> </a:t>
            </a:r>
            <a:r>
              <a:rPr lang="en-US" u="sng" dirty="0" err="1" smtClean="0"/>
              <a:t>Masyarakat</a:t>
            </a:r>
            <a:endParaRPr lang="en-US" u="sng" dirty="0"/>
          </a:p>
          <a:p>
            <a:r>
              <a:rPr lang="en-US" u="sng" dirty="0" err="1" smtClean="0"/>
              <a:t>Mitigasi</a:t>
            </a:r>
            <a:r>
              <a:rPr lang="en-US" u="sng" dirty="0" smtClean="0"/>
              <a:t> </a:t>
            </a:r>
            <a:r>
              <a:rPr lang="en-US" u="sng" dirty="0" err="1" smtClean="0"/>
              <a:t>Bencana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3946318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D:\Abyan\KKN Banjarsari\fix 2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2192" y="-37601"/>
            <a:ext cx="4901808" cy="6912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D:\Abyan\KKN Banjarsari\Pemetaan KKN\Images (.jpg)\Peta Kapasitas Masyarakat Banjarsari.jp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75" t="5656" r="6167" b="4948"/>
          <a:stretch/>
        </p:blipFill>
        <p:spPr bwMode="auto">
          <a:xfrm>
            <a:off x="-894243" y="11172"/>
            <a:ext cx="5143196" cy="6874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7504" y="332656"/>
            <a:ext cx="3960440" cy="648072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en-US" sz="3200" dirty="0" err="1" smtClean="0"/>
              <a:t>Profil</a:t>
            </a:r>
            <a:r>
              <a:rPr lang="en-US" sz="3200" dirty="0" smtClean="0"/>
              <a:t> </a:t>
            </a:r>
            <a:r>
              <a:rPr lang="en-US" sz="3200" dirty="0" err="1" smtClean="0"/>
              <a:t>Desa</a:t>
            </a:r>
            <a:r>
              <a:rPr lang="en-US" sz="3200" dirty="0" smtClean="0"/>
              <a:t> </a:t>
            </a:r>
            <a:r>
              <a:rPr lang="en-US" sz="3200" dirty="0" err="1" smtClean="0"/>
              <a:t>Banjarsari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177619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r>
              <a:rPr lang="en-US" dirty="0" err="1" smtClean="0"/>
              <a:t>Gambaran</a:t>
            </a:r>
            <a:r>
              <a:rPr lang="en-US" dirty="0" smtClean="0"/>
              <a:t> </a:t>
            </a:r>
            <a:r>
              <a:rPr lang="en-US" dirty="0" err="1" smtClean="0"/>
              <a:t>Kebencanaan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 smtClean="0"/>
              <a:t>Desa</a:t>
            </a:r>
            <a:r>
              <a:rPr lang="en-US" dirty="0" smtClean="0"/>
              <a:t> </a:t>
            </a:r>
            <a:r>
              <a:rPr lang="en-US" dirty="0" err="1" smtClean="0"/>
              <a:t>Banjarsari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Berdasarkan</a:t>
            </a:r>
            <a:r>
              <a:rPr lang="en-US" dirty="0"/>
              <a:t> </a:t>
            </a:r>
            <a:r>
              <a:rPr lang="en-US" dirty="0" err="1"/>
              <a:t>Laporan</a:t>
            </a:r>
            <a:r>
              <a:rPr lang="en-US" dirty="0"/>
              <a:t> </a:t>
            </a:r>
            <a:r>
              <a:rPr lang="en-US" dirty="0" err="1"/>
              <a:t>Badan</a:t>
            </a:r>
            <a:r>
              <a:rPr lang="en-US" dirty="0"/>
              <a:t> </a:t>
            </a:r>
            <a:r>
              <a:rPr lang="en-US" dirty="0" err="1"/>
              <a:t>Penanggulangan</a:t>
            </a:r>
            <a:r>
              <a:rPr lang="en-US" dirty="0"/>
              <a:t> </a:t>
            </a:r>
            <a:r>
              <a:rPr lang="en-US" dirty="0" err="1"/>
              <a:t>Bencana</a:t>
            </a:r>
            <a:r>
              <a:rPr lang="en-US" dirty="0"/>
              <a:t> Daerah (BPBD) </a:t>
            </a:r>
            <a:r>
              <a:rPr lang="en-US" dirty="0" err="1"/>
              <a:t>Brebes</a:t>
            </a:r>
            <a:r>
              <a:rPr lang="en-US" dirty="0"/>
              <a:t> </a:t>
            </a:r>
            <a:r>
              <a:rPr lang="en-US" dirty="0" err="1"/>
              <a:t>Tahun</a:t>
            </a:r>
            <a:r>
              <a:rPr lang="en-US" dirty="0"/>
              <a:t> 2016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Bencana</a:t>
            </a:r>
            <a:r>
              <a:rPr lang="en-US" dirty="0" smtClean="0"/>
              <a:t> yang </a:t>
            </a:r>
            <a:r>
              <a:rPr lang="en-US" dirty="0" err="1" smtClean="0"/>
              <a:t>rawan</a:t>
            </a:r>
            <a:r>
              <a:rPr lang="en-US" dirty="0" smtClean="0"/>
              <a:t> </a:t>
            </a:r>
            <a:r>
              <a:rPr lang="en-US" dirty="0" err="1" smtClean="0"/>
              <a:t>terjadi</a:t>
            </a:r>
            <a:r>
              <a:rPr lang="en-US" dirty="0" smtClean="0"/>
              <a:t> di </a:t>
            </a:r>
            <a:r>
              <a:rPr lang="en-US" dirty="0" err="1" smtClean="0"/>
              <a:t>Desa</a:t>
            </a:r>
            <a:r>
              <a:rPr lang="en-US" dirty="0" smtClean="0"/>
              <a:t> </a:t>
            </a:r>
            <a:r>
              <a:rPr lang="en-US" dirty="0" err="1" smtClean="0"/>
              <a:t>Banjarsari</a:t>
            </a:r>
            <a:r>
              <a:rPr lang="en-US" dirty="0" smtClean="0"/>
              <a:t> </a:t>
            </a:r>
            <a:r>
              <a:rPr lang="en-US" dirty="0" err="1" smtClean="0"/>
              <a:t>adalah</a:t>
            </a:r>
            <a:r>
              <a:rPr lang="en-US" dirty="0" smtClean="0"/>
              <a:t> </a:t>
            </a:r>
            <a:r>
              <a:rPr lang="en-US" dirty="0" err="1" smtClean="0"/>
              <a:t>angin</a:t>
            </a:r>
            <a:r>
              <a:rPr lang="en-US" dirty="0" smtClean="0"/>
              <a:t> </a:t>
            </a:r>
            <a:r>
              <a:rPr lang="en-US" dirty="0" err="1" smtClean="0"/>
              <a:t>puting</a:t>
            </a:r>
            <a:r>
              <a:rPr lang="en-US" dirty="0" smtClean="0"/>
              <a:t> </a:t>
            </a:r>
            <a:r>
              <a:rPr lang="en-US" dirty="0" err="1" smtClean="0"/>
              <a:t>beliung</a:t>
            </a:r>
            <a:r>
              <a:rPr lang="en-US" dirty="0" smtClean="0"/>
              <a:t>, </a:t>
            </a:r>
            <a:r>
              <a:rPr lang="en-US" dirty="0" err="1" smtClean="0"/>
              <a:t>banjir</a:t>
            </a:r>
            <a:r>
              <a:rPr lang="en-US" dirty="0" smtClean="0"/>
              <a:t>, </a:t>
            </a:r>
            <a:r>
              <a:rPr lang="en-US" dirty="0" err="1" smtClean="0"/>
              <a:t>gempa</a:t>
            </a:r>
            <a:r>
              <a:rPr lang="en-US" dirty="0" smtClean="0"/>
              <a:t> </a:t>
            </a:r>
            <a:r>
              <a:rPr lang="en-US" dirty="0" err="1" smtClean="0"/>
              <a:t>bumi</a:t>
            </a:r>
            <a:r>
              <a:rPr lang="en-US" dirty="0" smtClean="0"/>
              <a:t>, </a:t>
            </a:r>
            <a:r>
              <a:rPr lang="en-US" dirty="0" err="1" smtClean="0"/>
              <a:t>kekeringan</a:t>
            </a:r>
            <a:r>
              <a:rPr lang="en-US" dirty="0" smtClean="0"/>
              <a:t>,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tanah</a:t>
            </a:r>
            <a:r>
              <a:rPr lang="en-US" dirty="0" smtClean="0"/>
              <a:t> </a:t>
            </a:r>
            <a:r>
              <a:rPr lang="en-US" dirty="0" err="1" smtClean="0"/>
              <a:t>longsor</a:t>
            </a:r>
            <a:r>
              <a:rPr lang="en-US" dirty="0" smtClean="0"/>
              <a:t>.</a:t>
            </a:r>
          </a:p>
          <a:p>
            <a:r>
              <a:rPr lang="en-US" dirty="0" err="1"/>
              <a:t>Kecamatan</a:t>
            </a:r>
            <a:r>
              <a:rPr lang="en-US" dirty="0"/>
              <a:t> </a:t>
            </a:r>
            <a:r>
              <a:rPr lang="en-US" dirty="0" err="1"/>
              <a:t>Bantarkawung</a:t>
            </a:r>
            <a:r>
              <a:rPr lang="en-US" dirty="0"/>
              <a:t> </a:t>
            </a:r>
            <a:r>
              <a:rPr lang="en-US" dirty="0" err="1"/>
              <a:t>termasuk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3 </a:t>
            </a:r>
            <a:r>
              <a:rPr lang="en-US" dirty="0" err="1"/>
              <a:t>Kecamatan</a:t>
            </a:r>
            <a:r>
              <a:rPr lang="en-US" dirty="0"/>
              <a:t> paling </a:t>
            </a:r>
            <a:r>
              <a:rPr lang="en-US" dirty="0" err="1"/>
              <a:t>rawan</a:t>
            </a:r>
            <a:r>
              <a:rPr lang="en-US" dirty="0"/>
              <a:t> </a:t>
            </a:r>
            <a:r>
              <a:rPr lang="en-US" dirty="0" err="1"/>
              <a:t>terjadi</a:t>
            </a:r>
            <a:r>
              <a:rPr lang="en-US" dirty="0"/>
              <a:t> </a:t>
            </a:r>
            <a:r>
              <a:rPr lang="en-US" dirty="0" err="1"/>
              <a:t>bencana</a:t>
            </a:r>
            <a:r>
              <a:rPr lang="en-US" dirty="0"/>
              <a:t> di </a:t>
            </a:r>
            <a:r>
              <a:rPr lang="en-US" dirty="0" err="1"/>
              <a:t>Kab</a:t>
            </a:r>
            <a:r>
              <a:rPr lang="en-US" dirty="0"/>
              <a:t>. </a:t>
            </a:r>
            <a:r>
              <a:rPr lang="en-US" dirty="0" err="1"/>
              <a:t>Brebes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43283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dirty="0" err="1" smtClean="0"/>
              <a:t>Kejadian</a:t>
            </a:r>
            <a:r>
              <a:rPr lang="en-US" dirty="0" smtClean="0"/>
              <a:t> </a:t>
            </a:r>
            <a:r>
              <a:rPr lang="en-US" dirty="0" err="1" smtClean="0"/>
              <a:t>Bencana</a:t>
            </a:r>
            <a:r>
              <a:rPr lang="en-US" dirty="0" smtClean="0"/>
              <a:t> </a:t>
            </a:r>
            <a:r>
              <a:rPr lang="en-US" dirty="0" err="1" smtClean="0"/>
              <a:t>Terbaru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775257"/>
              </p:ext>
            </p:extLst>
          </p:nvPr>
        </p:nvGraphicFramePr>
        <p:xfrm>
          <a:off x="323528" y="2150501"/>
          <a:ext cx="3672410" cy="33667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1"/>
                <a:gridCol w="848320"/>
                <a:gridCol w="792089"/>
              </a:tblGrid>
              <a:tr h="440651"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Kec</a:t>
                      </a:r>
                      <a:r>
                        <a:rPr lang="en-US" sz="1800" dirty="0" smtClean="0"/>
                        <a:t>. </a:t>
                      </a:r>
                      <a:r>
                        <a:rPr lang="en-US" sz="1800" dirty="0" err="1" smtClean="0"/>
                        <a:t>Bantarkawung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2015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2016</a:t>
                      </a:r>
                      <a:endParaRPr lang="en-US" sz="1800" dirty="0"/>
                    </a:p>
                  </a:txBody>
                  <a:tcPr/>
                </a:tc>
              </a:tr>
              <a:tr h="336023"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Banjir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</a:t>
                      </a:r>
                      <a:endParaRPr lang="en-US" sz="1800" dirty="0"/>
                    </a:p>
                  </a:txBody>
                  <a:tcPr/>
                </a:tc>
              </a:tr>
              <a:tr h="336023"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Longsor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/>
                </a:tc>
              </a:tr>
              <a:tr h="33190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Tanah </a:t>
                      </a:r>
                      <a:r>
                        <a:rPr lang="en-US" sz="1800" dirty="0" err="1" smtClean="0"/>
                        <a:t>Bergerak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</a:t>
                      </a:r>
                      <a:endParaRPr lang="en-US" sz="1800" dirty="0"/>
                    </a:p>
                  </a:txBody>
                  <a:tcPr/>
                </a:tc>
              </a:tr>
              <a:tr h="331907"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Angin</a:t>
                      </a:r>
                      <a:r>
                        <a:rPr lang="en-US" sz="1800" dirty="0" smtClean="0"/>
                        <a:t> </a:t>
                      </a:r>
                      <a:r>
                        <a:rPr lang="en-US" sz="1800" dirty="0" err="1" smtClean="0"/>
                        <a:t>Ribut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</a:t>
                      </a:r>
                      <a:endParaRPr lang="en-US" sz="1800" dirty="0"/>
                    </a:p>
                  </a:txBody>
                  <a:tcPr/>
                </a:tc>
              </a:tr>
              <a:tr h="336023"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Kebakaran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/>
                </a:tc>
              </a:tr>
              <a:tr h="336023"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Kekeringan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</a:t>
                      </a:r>
                      <a:endParaRPr lang="en-US" sz="1800" dirty="0"/>
                    </a:p>
                  </a:txBody>
                  <a:tcPr/>
                </a:tc>
              </a:tr>
              <a:tr h="361641"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Gempa</a:t>
                      </a:r>
                      <a:r>
                        <a:rPr lang="en-US" sz="1800" dirty="0" smtClean="0"/>
                        <a:t> </a:t>
                      </a:r>
                      <a:r>
                        <a:rPr lang="en-US" sz="1800" dirty="0" err="1" smtClean="0"/>
                        <a:t>Bumi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</a:t>
                      </a:r>
                      <a:endParaRPr lang="en-US" sz="1800" dirty="0"/>
                    </a:p>
                  </a:txBody>
                  <a:tcPr/>
                </a:tc>
              </a:tr>
              <a:tr h="331907"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Bencana</a:t>
                      </a:r>
                      <a:r>
                        <a:rPr lang="en-US" sz="1800" dirty="0" smtClean="0"/>
                        <a:t> Lain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8122" y="2636912"/>
            <a:ext cx="4732350" cy="23299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05922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185737"/>
            <a:ext cx="4581525" cy="648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88640"/>
            <a:ext cx="4591050" cy="647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07302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050" y="176212"/>
            <a:ext cx="4591050" cy="6505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9937" y="188640"/>
            <a:ext cx="4600575" cy="6505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96589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8100" y="176213"/>
            <a:ext cx="4610100" cy="6505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0412" y="176213"/>
            <a:ext cx="4610100" cy="651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61271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r>
              <a:rPr lang="en-US" dirty="0" err="1" smtClean="0"/>
              <a:t>Hasil</a:t>
            </a:r>
            <a:r>
              <a:rPr lang="en-US" dirty="0" smtClean="0"/>
              <a:t> </a:t>
            </a:r>
            <a:r>
              <a:rPr lang="en-US" dirty="0" err="1" smtClean="0"/>
              <a:t>Pemetaan</a:t>
            </a:r>
            <a:r>
              <a:rPr lang="en-US" dirty="0" smtClean="0"/>
              <a:t> </a:t>
            </a:r>
            <a:r>
              <a:rPr lang="en-US" dirty="0" err="1" smtClean="0"/>
              <a:t>Kapasitas</a:t>
            </a:r>
            <a:r>
              <a:rPr lang="en-US" dirty="0" smtClean="0"/>
              <a:t> </a:t>
            </a:r>
            <a:r>
              <a:rPr lang="en-US" dirty="0" err="1" smtClean="0"/>
              <a:t>Masyarakat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044823"/>
          </a:xfrm>
        </p:spPr>
        <p:txBody>
          <a:bodyPr>
            <a:normAutofit fontScale="77500" lnSpcReduction="20000"/>
          </a:bodyPr>
          <a:lstStyle/>
          <a:p>
            <a:pPr marL="0" indent="0" fontAlgn="ctr">
              <a:buNone/>
            </a:pPr>
            <a:r>
              <a:rPr lang="en-US" dirty="0" smtClean="0"/>
              <a:t>1. </a:t>
            </a:r>
            <a:r>
              <a:rPr lang="id-ID" dirty="0" smtClean="0"/>
              <a:t>Aturan </a:t>
            </a:r>
            <a:r>
              <a:rPr lang="id-ID" dirty="0"/>
              <a:t>dan Kelembagaan Penanggulangan Bencana</a:t>
            </a:r>
            <a:endParaRPr lang="en-US" dirty="0"/>
          </a:p>
          <a:p>
            <a:pPr marL="0" indent="0" fontAlgn="ctr">
              <a:buNone/>
            </a:pPr>
            <a:r>
              <a:rPr lang="fi-FI" dirty="0" smtClean="0"/>
              <a:t>2. Peringatan </a:t>
            </a:r>
            <a:r>
              <a:rPr lang="fi-FI" dirty="0"/>
              <a:t>Dini dan Kajian Risiko Bencana</a:t>
            </a:r>
            <a:endParaRPr lang="en-US" dirty="0"/>
          </a:p>
          <a:p>
            <a:pPr marL="0" indent="0" fontAlgn="ctr">
              <a:buNone/>
            </a:pPr>
            <a:r>
              <a:rPr lang="en-US" dirty="0" smtClean="0"/>
              <a:t>3. </a:t>
            </a:r>
            <a:r>
              <a:rPr lang="id-ID" dirty="0" smtClean="0"/>
              <a:t>Pendidikan </a:t>
            </a:r>
            <a:r>
              <a:rPr lang="id-ID" dirty="0"/>
              <a:t>Kebencanaan</a:t>
            </a:r>
            <a:endParaRPr lang="en-US" dirty="0"/>
          </a:p>
          <a:p>
            <a:pPr marL="0" indent="0" fontAlgn="ctr">
              <a:buNone/>
            </a:pPr>
            <a:r>
              <a:rPr lang="en-US" dirty="0" smtClean="0"/>
              <a:t>4. </a:t>
            </a:r>
            <a:r>
              <a:rPr lang="id-ID" dirty="0" smtClean="0"/>
              <a:t>Pengurangan </a:t>
            </a:r>
            <a:r>
              <a:rPr lang="id-ID" dirty="0"/>
              <a:t>Faktor Risiko Dasar</a:t>
            </a:r>
            <a:endParaRPr lang="en-US" dirty="0"/>
          </a:p>
          <a:p>
            <a:pPr marL="0" indent="0" fontAlgn="ctr">
              <a:buNone/>
            </a:pPr>
            <a:r>
              <a:rPr lang="fi-FI" dirty="0" smtClean="0"/>
              <a:t>5. Pembangunan </a:t>
            </a:r>
            <a:r>
              <a:rPr lang="fi-FI" dirty="0"/>
              <a:t>Kesiapsiagaan pada seluruh lini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09920837"/>
              </p:ext>
            </p:extLst>
          </p:nvPr>
        </p:nvGraphicFramePr>
        <p:xfrm>
          <a:off x="467544" y="3789040"/>
          <a:ext cx="8208914" cy="2781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2702"/>
                <a:gridCol w="1172702"/>
                <a:gridCol w="1172702"/>
                <a:gridCol w="1172702"/>
                <a:gridCol w="1172702"/>
                <a:gridCol w="1172702"/>
                <a:gridCol w="1172702"/>
              </a:tblGrid>
              <a:tr h="5867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 smtClean="0"/>
                        <a:t>Dusun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 smtClean="0"/>
                        <a:t>Indikator</a:t>
                      </a:r>
                      <a:r>
                        <a:rPr lang="en-US" sz="1600" baseline="0" dirty="0" smtClean="0"/>
                        <a:t> 1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 smtClean="0"/>
                        <a:t>Indikator</a:t>
                      </a:r>
                      <a:r>
                        <a:rPr lang="en-US" sz="1600" dirty="0" smtClean="0"/>
                        <a:t> 2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 smtClean="0"/>
                        <a:t>Indikator</a:t>
                      </a:r>
                      <a:r>
                        <a:rPr lang="en-US" sz="1600" dirty="0" smtClean="0"/>
                        <a:t> 3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 smtClean="0"/>
                        <a:t>Indikator</a:t>
                      </a:r>
                      <a:r>
                        <a:rPr lang="en-US" sz="1600" dirty="0" smtClean="0"/>
                        <a:t> 4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 smtClean="0"/>
                        <a:t>Indikator</a:t>
                      </a:r>
                      <a:r>
                        <a:rPr lang="en-US" sz="1600" dirty="0" smtClean="0"/>
                        <a:t> 5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 smtClean="0"/>
                        <a:t>Jumlah</a:t>
                      </a:r>
                      <a:endParaRPr lang="en-US" sz="1600" dirty="0"/>
                    </a:p>
                  </a:txBody>
                  <a:tcPr anchor="ctr"/>
                </a:tc>
              </a:tr>
              <a:tr h="279402">
                <a:tc>
                  <a:txBody>
                    <a:bodyPr/>
                    <a:lstStyle/>
                    <a:p>
                      <a:r>
                        <a:rPr lang="en-US" sz="1400" dirty="0" err="1" smtClean="0"/>
                        <a:t>Banjarsari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</a:tr>
              <a:tr h="279402">
                <a:tc>
                  <a:txBody>
                    <a:bodyPr/>
                    <a:lstStyle/>
                    <a:p>
                      <a:r>
                        <a:rPr lang="en-US" sz="1400" dirty="0" err="1" smtClean="0"/>
                        <a:t>Pajajaran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</a:tr>
              <a:tr h="279402">
                <a:tc>
                  <a:txBody>
                    <a:bodyPr/>
                    <a:lstStyle/>
                    <a:p>
                      <a:r>
                        <a:rPr lang="en-US" sz="1400" dirty="0" err="1" smtClean="0"/>
                        <a:t>Babakan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</a:tr>
              <a:tr h="279402">
                <a:tc>
                  <a:txBody>
                    <a:bodyPr/>
                    <a:lstStyle/>
                    <a:p>
                      <a:r>
                        <a:rPr lang="en-US" sz="1400" dirty="0" err="1" smtClean="0"/>
                        <a:t>Cigunung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</a:tr>
              <a:tr h="279402">
                <a:tc>
                  <a:txBody>
                    <a:bodyPr/>
                    <a:lstStyle/>
                    <a:p>
                      <a:r>
                        <a:rPr lang="en-US" sz="1400" dirty="0" err="1" smtClean="0"/>
                        <a:t>Tari</a:t>
                      </a:r>
                      <a:r>
                        <a:rPr lang="en-US" sz="1400" baseline="0" dirty="0" smtClean="0"/>
                        <a:t> </a:t>
                      </a:r>
                      <a:r>
                        <a:rPr lang="en-US" sz="1400" baseline="0" dirty="0" err="1" smtClean="0"/>
                        <a:t>K</a:t>
                      </a:r>
                      <a:r>
                        <a:rPr lang="en-US" sz="1400" dirty="0" err="1" smtClean="0"/>
                        <a:t>embing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</a:tr>
              <a:tr h="279402">
                <a:tc>
                  <a:txBody>
                    <a:bodyPr/>
                    <a:lstStyle/>
                    <a:p>
                      <a:r>
                        <a:rPr lang="en-US" sz="1400" dirty="0" err="1" smtClean="0"/>
                        <a:t>Pawangunan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5400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0"/>
            <a:ext cx="4824536" cy="6840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39259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dirty="0" err="1" smtClean="0"/>
              <a:t>Mitigasi</a:t>
            </a:r>
            <a:r>
              <a:rPr lang="en-US" dirty="0" smtClean="0"/>
              <a:t> </a:t>
            </a:r>
            <a:r>
              <a:rPr lang="en-US" dirty="0" err="1" smtClean="0"/>
              <a:t>Bencana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Mengurangi</a:t>
            </a:r>
            <a:r>
              <a:rPr lang="en-US" dirty="0" smtClean="0"/>
              <a:t> </a:t>
            </a:r>
            <a:r>
              <a:rPr lang="en-US" dirty="0" err="1" smtClean="0"/>
              <a:t>risiko</a:t>
            </a:r>
            <a:r>
              <a:rPr lang="en-US" dirty="0" smtClean="0"/>
              <a:t> </a:t>
            </a:r>
            <a:r>
              <a:rPr lang="en-US" dirty="0" err="1" smtClean="0"/>
              <a:t>bencana</a:t>
            </a:r>
            <a:endParaRPr lang="en-US" dirty="0"/>
          </a:p>
          <a:p>
            <a:r>
              <a:rPr lang="en-US" dirty="0" err="1" smtClean="0"/>
              <a:t>Penyebab</a:t>
            </a:r>
            <a:r>
              <a:rPr lang="en-US" dirty="0" smtClean="0"/>
              <a:t>, </a:t>
            </a:r>
            <a:r>
              <a:rPr lang="en-US" dirty="0" err="1" smtClean="0"/>
              <a:t>pemicu</a:t>
            </a:r>
            <a:r>
              <a:rPr lang="en-US" dirty="0" smtClean="0"/>
              <a:t>, </a:t>
            </a:r>
            <a:r>
              <a:rPr lang="en-US" dirty="0" err="1" smtClean="0"/>
              <a:t>penanggulangan</a:t>
            </a:r>
            <a:r>
              <a:rPr lang="en-US" dirty="0" smtClean="0"/>
              <a:t>, </a:t>
            </a:r>
            <a:r>
              <a:rPr lang="en-US" dirty="0" err="1" smtClean="0"/>
              <a:t>pencegahan</a:t>
            </a:r>
            <a:endParaRPr lang="en-US" dirty="0" smtClean="0"/>
          </a:p>
          <a:p>
            <a:r>
              <a:rPr lang="en-US" dirty="0" err="1" smtClean="0"/>
              <a:t>Apa</a:t>
            </a:r>
            <a:r>
              <a:rPr lang="en-US" dirty="0" smtClean="0"/>
              <a:t> yang </a:t>
            </a:r>
            <a:r>
              <a:rPr lang="en-US" dirty="0" err="1" smtClean="0"/>
              <a:t>harus</a:t>
            </a:r>
            <a:r>
              <a:rPr lang="en-US" dirty="0" smtClean="0"/>
              <a:t> </a:t>
            </a:r>
            <a:r>
              <a:rPr lang="en-US" dirty="0" err="1" smtClean="0"/>
              <a:t>dilakukan</a:t>
            </a:r>
            <a:r>
              <a:rPr lang="en-US" dirty="0" smtClean="0"/>
              <a:t> </a:t>
            </a:r>
            <a:r>
              <a:rPr lang="en-US" dirty="0" err="1" smtClean="0"/>
              <a:t>sebelum</a:t>
            </a:r>
            <a:r>
              <a:rPr lang="en-US" dirty="0" smtClean="0"/>
              <a:t>, </a:t>
            </a:r>
            <a:r>
              <a:rPr lang="en-US" dirty="0" err="1" smtClean="0"/>
              <a:t>saat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setelah</a:t>
            </a:r>
            <a:r>
              <a:rPr lang="en-US" dirty="0" smtClean="0"/>
              <a:t> </a:t>
            </a:r>
            <a:r>
              <a:rPr lang="en-US" dirty="0" err="1" smtClean="0"/>
              <a:t>terjadi</a:t>
            </a:r>
            <a:r>
              <a:rPr lang="en-US" dirty="0" smtClean="0"/>
              <a:t> </a:t>
            </a:r>
            <a:r>
              <a:rPr lang="en-US" dirty="0" err="1" smtClean="0"/>
              <a:t>bencana</a:t>
            </a:r>
            <a:r>
              <a:rPr lang="en-US" dirty="0"/>
              <a:t>?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936323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" y="328613"/>
            <a:ext cx="9067800" cy="6200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44640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8" y="304800"/>
            <a:ext cx="9077325" cy="624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31807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" y="332656"/>
            <a:ext cx="9067800" cy="624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08604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dirty="0" err="1" smtClean="0"/>
              <a:t>Kesimpulan</a:t>
            </a:r>
            <a:r>
              <a:rPr lang="en-US" dirty="0" smtClean="0"/>
              <a:t> &amp; Saran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 err="1" smtClean="0"/>
              <a:t>Kapasitas</a:t>
            </a:r>
            <a:r>
              <a:rPr lang="en-US" sz="2400" dirty="0" smtClean="0"/>
              <a:t> </a:t>
            </a:r>
            <a:r>
              <a:rPr lang="en-US" sz="2400" dirty="0" err="1" smtClean="0"/>
              <a:t>Masyarakat</a:t>
            </a:r>
            <a:r>
              <a:rPr lang="en-US" sz="2400" dirty="0" smtClean="0"/>
              <a:t> </a:t>
            </a:r>
            <a:r>
              <a:rPr lang="en-US" sz="2400" dirty="0" err="1" smtClean="0"/>
              <a:t>Desa</a:t>
            </a:r>
            <a:r>
              <a:rPr lang="en-US" sz="2400" dirty="0" smtClean="0"/>
              <a:t> </a:t>
            </a:r>
            <a:r>
              <a:rPr lang="en-US" sz="2400" dirty="0" err="1" smtClean="0"/>
              <a:t>Banjarsari</a:t>
            </a:r>
            <a:r>
              <a:rPr lang="en-US" sz="2400" dirty="0"/>
              <a:t> </a:t>
            </a:r>
            <a:r>
              <a:rPr lang="en-US" sz="2400" dirty="0" err="1" smtClean="0"/>
              <a:t>tergolong</a:t>
            </a:r>
            <a:r>
              <a:rPr lang="en-US" sz="2400" dirty="0" smtClean="0"/>
              <a:t> </a:t>
            </a:r>
            <a:r>
              <a:rPr lang="en-US" sz="2400" b="1" dirty="0" err="1" smtClean="0"/>
              <a:t>rendah</a:t>
            </a:r>
            <a:r>
              <a:rPr lang="en-US" sz="2400" dirty="0" smtClean="0"/>
              <a:t> </a:t>
            </a:r>
            <a:r>
              <a:rPr lang="en-US" sz="2400" dirty="0" err="1" smtClean="0"/>
              <a:t>dalam</a:t>
            </a:r>
            <a:r>
              <a:rPr lang="en-US" sz="2400" dirty="0" smtClean="0"/>
              <a:t> </a:t>
            </a:r>
            <a:r>
              <a:rPr lang="en-US" sz="2400" dirty="0" err="1" smtClean="0"/>
              <a:t>menanggapi</a:t>
            </a:r>
            <a:r>
              <a:rPr lang="en-US" sz="2400" dirty="0" smtClean="0"/>
              <a:t> </a:t>
            </a:r>
            <a:r>
              <a:rPr lang="en-US" sz="2400" dirty="0" err="1" smtClean="0"/>
              <a:t>bencana</a:t>
            </a:r>
            <a:r>
              <a:rPr lang="en-US" sz="2400" dirty="0" smtClean="0"/>
              <a:t>.</a:t>
            </a:r>
          </a:p>
          <a:p>
            <a:r>
              <a:rPr lang="en-US" sz="2400" dirty="0" err="1" smtClean="0"/>
              <a:t>Peningkatan</a:t>
            </a:r>
            <a:r>
              <a:rPr lang="en-US" sz="2400" dirty="0" smtClean="0"/>
              <a:t> </a:t>
            </a:r>
            <a:r>
              <a:rPr lang="en-US" sz="2400" dirty="0" err="1" smtClean="0"/>
              <a:t>kualitas</a:t>
            </a:r>
            <a:r>
              <a:rPr lang="en-US" sz="2400" dirty="0" smtClean="0"/>
              <a:t> </a:t>
            </a:r>
            <a:r>
              <a:rPr lang="en-US" sz="2400" dirty="0" err="1" smtClean="0"/>
              <a:t>kapasitas</a:t>
            </a:r>
            <a:r>
              <a:rPr lang="en-US" sz="2400" dirty="0" smtClean="0"/>
              <a:t> </a:t>
            </a:r>
            <a:r>
              <a:rPr lang="en-US" sz="2400" dirty="0" err="1" smtClean="0"/>
              <a:t>masyarakat</a:t>
            </a:r>
            <a:r>
              <a:rPr lang="en-US" sz="2400" dirty="0" smtClean="0"/>
              <a:t> </a:t>
            </a:r>
            <a:r>
              <a:rPr lang="en-US" sz="2400" dirty="0" err="1" smtClean="0"/>
              <a:t>perlu</a:t>
            </a:r>
            <a:r>
              <a:rPr lang="en-US" sz="2400" dirty="0" smtClean="0"/>
              <a:t> </a:t>
            </a:r>
            <a:r>
              <a:rPr lang="en-US" sz="2400" dirty="0" err="1" smtClean="0"/>
              <a:t>dilakukan</a:t>
            </a:r>
            <a:r>
              <a:rPr lang="en-US" sz="2400" dirty="0" smtClean="0"/>
              <a:t> </a:t>
            </a:r>
            <a:r>
              <a:rPr lang="en-US" sz="2400" dirty="0" err="1" smtClean="0"/>
              <a:t>sedini</a:t>
            </a:r>
            <a:r>
              <a:rPr lang="en-US" sz="2400" dirty="0" smtClean="0"/>
              <a:t> </a:t>
            </a:r>
            <a:r>
              <a:rPr lang="en-US" sz="2400" dirty="0" err="1" smtClean="0"/>
              <a:t>mungkin</a:t>
            </a:r>
            <a:r>
              <a:rPr lang="en-US" sz="2400" dirty="0" smtClean="0"/>
              <a:t> </a:t>
            </a:r>
            <a:r>
              <a:rPr lang="en-US" sz="2400" dirty="0" err="1" smtClean="0"/>
              <a:t>mulai</a:t>
            </a:r>
            <a:r>
              <a:rPr lang="en-US" sz="2400" dirty="0" smtClean="0"/>
              <a:t> </a:t>
            </a:r>
            <a:r>
              <a:rPr lang="en-US" sz="2400" dirty="0" err="1" smtClean="0"/>
              <a:t>dari</a:t>
            </a:r>
            <a:r>
              <a:rPr lang="en-US" sz="2400" dirty="0" smtClean="0"/>
              <a:t> </a:t>
            </a:r>
            <a:r>
              <a:rPr lang="en-US" sz="2400" dirty="0" err="1" smtClean="0"/>
              <a:t>sektor</a:t>
            </a:r>
            <a:r>
              <a:rPr lang="en-US" sz="2400" dirty="0" smtClean="0"/>
              <a:t> </a:t>
            </a:r>
            <a:r>
              <a:rPr lang="en-US" sz="2400" b="1" dirty="0" err="1" smtClean="0"/>
              <a:t>pendidikan</a:t>
            </a:r>
            <a:r>
              <a:rPr lang="en-US" sz="2400" dirty="0" smtClean="0"/>
              <a:t>, </a:t>
            </a:r>
            <a:r>
              <a:rPr lang="en-US" sz="2400" b="1" dirty="0" err="1" smtClean="0"/>
              <a:t>regulasi</a:t>
            </a:r>
            <a:r>
              <a:rPr lang="en-US" sz="2400" dirty="0" smtClean="0"/>
              <a:t> </a:t>
            </a:r>
            <a:r>
              <a:rPr lang="en-US" sz="2400" dirty="0" err="1" smtClean="0"/>
              <a:t>desa</a:t>
            </a:r>
            <a:r>
              <a:rPr lang="en-US" sz="2400" dirty="0" smtClean="0"/>
              <a:t> </a:t>
            </a:r>
            <a:r>
              <a:rPr lang="en-US" sz="2400" dirty="0" err="1" smtClean="0"/>
              <a:t>dan</a:t>
            </a:r>
            <a:r>
              <a:rPr lang="en-US" sz="2400" dirty="0" smtClean="0"/>
              <a:t> </a:t>
            </a:r>
            <a:r>
              <a:rPr lang="en-US" sz="2400" b="1" dirty="0" err="1" smtClean="0"/>
              <a:t>infrastruktur</a:t>
            </a:r>
            <a:r>
              <a:rPr lang="en-US" sz="2400" dirty="0" smtClean="0"/>
              <a:t>.</a:t>
            </a:r>
          </a:p>
          <a:p>
            <a:r>
              <a:rPr lang="en-US" sz="2400" dirty="0" err="1" smtClean="0"/>
              <a:t>Diperlukan</a:t>
            </a:r>
            <a:r>
              <a:rPr lang="en-US" sz="2400" dirty="0" smtClean="0"/>
              <a:t> </a:t>
            </a:r>
            <a:r>
              <a:rPr lang="en-US" sz="2400" dirty="0" err="1" smtClean="0"/>
              <a:t>pembaruan</a:t>
            </a:r>
            <a:r>
              <a:rPr lang="en-US" sz="2400" dirty="0" smtClean="0"/>
              <a:t> </a:t>
            </a:r>
            <a:r>
              <a:rPr lang="en-US" sz="2400" b="1" dirty="0" err="1" smtClean="0"/>
              <a:t>peta</a:t>
            </a:r>
            <a:r>
              <a:rPr lang="en-US" sz="2400" dirty="0" smtClean="0"/>
              <a:t> </a:t>
            </a:r>
            <a:r>
              <a:rPr lang="en-US" sz="2400" dirty="0" err="1" smtClean="0"/>
              <a:t>secara</a:t>
            </a:r>
            <a:r>
              <a:rPr lang="en-US" sz="2400" dirty="0" smtClean="0"/>
              <a:t> </a:t>
            </a:r>
            <a:r>
              <a:rPr lang="en-US" sz="2400" dirty="0" err="1" smtClean="0"/>
              <a:t>fisik</a:t>
            </a:r>
            <a:r>
              <a:rPr lang="en-US" sz="2400" dirty="0" smtClean="0"/>
              <a:t> </a:t>
            </a:r>
            <a:r>
              <a:rPr lang="en-US" sz="2400" dirty="0" err="1" smtClean="0"/>
              <a:t>maupun</a:t>
            </a:r>
            <a:r>
              <a:rPr lang="en-US" sz="2400" dirty="0" smtClean="0"/>
              <a:t> digital </a:t>
            </a:r>
            <a:r>
              <a:rPr lang="en-US" sz="2400" dirty="0" err="1" smtClean="0"/>
              <a:t>pada</a:t>
            </a:r>
            <a:r>
              <a:rPr lang="en-US" sz="2400" dirty="0" smtClean="0"/>
              <a:t> </a:t>
            </a:r>
            <a:r>
              <a:rPr lang="en-US" sz="2400" dirty="0" err="1" smtClean="0"/>
              <a:t>skala</a:t>
            </a:r>
            <a:r>
              <a:rPr lang="en-US" sz="2400" dirty="0" smtClean="0"/>
              <a:t> </a:t>
            </a:r>
            <a:r>
              <a:rPr lang="en-US" sz="2400" dirty="0" err="1" smtClean="0"/>
              <a:t>desa</a:t>
            </a:r>
            <a:r>
              <a:rPr lang="en-US" sz="2400" dirty="0" smtClean="0"/>
              <a:t>.</a:t>
            </a:r>
          </a:p>
          <a:p>
            <a:r>
              <a:rPr lang="en-US" sz="2400" b="1" dirty="0" err="1" smtClean="0"/>
              <a:t>Sosialisasi</a:t>
            </a:r>
            <a:r>
              <a:rPr lang="en-US" sz="2400" dirty="0" smtClean="0"/>
              <a:t> </a:t>
            </a:r>
            <a:r>
              <a:rPr lang="en-US" sz="2400" dirty="0" err="1" smtClean="0"/>
              <a:t>lebih</a:t>
            </a:r>
            <a:r>
              <a:rPr lang="en-US" sz="2400" dirty="0" smtClean="0"/>
              <a:t> </a:t>
            </a:r>
            <a:r>
              <a:rPr lang="en-US" sz="2400" dirty="0" err="1" smtClean="0"/>
              <a:t>digalakkan</a:t>
            </a:r>
            <a:r>
              <a:rPr lang="en-US" sz="2400" dirty="0" smtClean="0"/>
              <a:t> agar </a:t>
            </a:r>
            <a:r>
              <a:rPr lang="en-US" sz="2400" dirty="0" err="1" smtClean="0"/>
              <a:t>masyarakat</a:t>
            </a:r>
            <a:r>
              <a:rPr lang="en-US" sz="2400" dirty="0" smtClean="0"/>
              <a:t> </a:t>
            </a:r>
            <a:r>
              <a:rPr lang="en-US" sz="2400" dirty="0" err="1" smtClean="0"/>
              <a:t>sadar</a:t>
            </a:r>
            <a:r>
              <a:rPr lang="en-US" sz="2400" dirty="0" smtClean="0"/>
              <a:t> </a:t>
            </a:r>
            <a:r>
              <a:rPr lang="en-US" sz="2400" dirty="0" err="1" smtClean="0"/>
              <a:t>dan</a:t>
            </a:r>
            <a:r>
              <a:rPr lang="en-US" sz="2400" dirty="0" smtClean="0"/>
              <a:t> </a:t>
            </a:r>
            <a:r>
              <a:rPr lang="en-US" sz="2400" dirty="0" err="1" smtClean="0"/>
              <a:t>lebih</a:t>
            </a:r>
            <a:r>
              <a:rPr lang="en-US" sz="2400" dirty="0" smtClean="0"/>
              <a:t> </a:t>
            </a:r>
            <a:r>
              <a:rPr lang="en-US" sz="2400" dirty="0" err="1" smtClean="0"/>
              <a:t>waspada</a:t>
            </a:r>
            <a:r>
              <a:rPr lang="en-US" sz="2400" dirty="0" smtClean="0"/>
              <a:t>. </a:t>
            </a:r>
            <a:r>
              <a:rPr lang="en-US" sz="2400" dirty="0" err="1" smtClean="0"/>
              <a:t>Tahap</a:t>
            </a:r>
            <a:r>
              <a:rPr lang="en-US" sz="2400" dirty="0" smtClean="0"/>
              <a:t> </a:t>
            </a:r>
            <a:r>
              <a:rPr lang="en-US" sz="2400" dirty="0" err="1" smtClean="0"/>
              <a:t>selanjutnya</a:t>
            </a:r>
            <a:r>
              <a:rPr lang="en-US" sz="2400" dirty="0" smtClean="0"/>
              <a:t> </a:t>
            </a:r>
            <a:r>
              <a:rPr lang="en-US" sz="2400" dirty="0" err="1" smtClean="0"/>
              <a:t>adalah</a:t>
            </a:r>
            <a:r>
              <a:rPr lang="en-US" sz="2400" dirty="0" smtClean="0"/>
              <a:t> </a:t>
            </a:r>
            <a:r>
              <a:rPr lang="en-US" sz="2400" b="1" dirty="0" err="1" smtClean="0"/>
              <a:t>pembangunan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sarana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dan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prasarana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darurat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bencana</a:t>
            </a:r>
            <a:r>
              <a:rPr lang="en-US" sz="2400" dirty="0" smtClean="0"/>
              <a:t> </a:t>
            </a:r>
            <a:r>
              <a:rPr lang="en-US" sz="2400" dirty="0" err="1" smtClean="0"/>
              <a:t>hingga</a:t>
            </a:r>
            <a:r>
              <a:rPr lang="en-US" sz="2400" dirty="0" smtClean="0"/>
              <a:t> </a:t>
            </a:r>
            <a:r>
              <a:rPr lang="en-US" sz="2400" b="1" dirty="0" err="1" smtClean="0"/>
              <a:t>pembangunan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sistem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peringatan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dini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98360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19138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Bencana</a:t>
            </a:r>
            <a:r>
              <a:rPr lang="en-US" dirty="0" smtClean="0"/>
              <a:t> </a:t>
            </a:r>
            <a:r>
              <a:rPr lang="en-US" dirty="0" err="1" smtClean="0"/>
              <a:t>Alam</a:t>
            </a:r>
            <a:r>
              <a:rPr lang="en-US" dirty="0" smtClean="0"/>
              <a:t> di </a:t>
            </a:r>
            <a:r>
              <a:rPr lang="en-US" dirty="0" err="1" smtClean="0"/>
              <a:t>Desa</a:t>
            </a:r>
            <a:r>
              <a:rPr lang="en-US" dirty="0" smtClean="0"/>
              <a:t> </a:t>
            </a:r>
            <a:r>
              <a:rPr lang="en-US" dirty="0" err="1" smtClean="0"/>
              <a:t>Banjarsari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Tanah </a:t>
            </a:r>
            <a:r>
              <a:rPr lang="en-US" dirty="0" err="1" smtClean="0">
                <a:solidFill>
                  <a:srgbClr val="FF0000"/>
                </a:solidFill>
              </a:rPr>
              <a:t>Longsor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 err="1" smtClean="0">
                <a:solidFill>
                  <a:srgbClr val="0070C0"/>
                </a:solidFill>
              </a:rPr>
              <a:t>Banjir</a:t>
            </a:r>
            <a:endParaRPr lang="en-US" dirty="0" smtClean="0">
              <a:solidFill>
                <a:srgbClr val="0070C0"/>
              </a:solidFill>
            </a:endParaRPr>
          </a:p>
          <a:p>
            <a:r>
              <a:rPr lang="en-US" dirty="0" err="1" smtClean="0">
                <a:solidFill>
                  <a:srgbClr val="00B050"/>
                </a:solidFill>
              </a:rPr>
              <a:t>Gempa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err="1" smtClean="0">
                <a:solidFill>
                  <a:srgbClr val="00B050"/>
                </a:solidFill>
              </a:rPr>
              <a:t>Bumi</a:t>
            </a:r>
            <a:endParaRPr lang="en-US" dirty="0" smtClean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8563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Pembuatan</a:t>
            </a:r>
            <a:r>
              <a:rPr lang="en-US" dirty="0" smtClean="0"/>
              <a:t> </a:t>
            </a:r>
            <a:r>
              <a:rPr lang="en-US" dirty="0" err="1" smtClean="0"/>
              <a:t>peta</a:t>
            </a:r>
            <a:r>
              <a:rPr lang="en-US" dirty="0" smtClean="0"/>
              <a:t> </a:t>
            </a:r>
            <a:r>
              <a:rPr lang="en-US" dirty="0" err="1" smtClean="0"/>
              <a:t>bahaya</a:t>
            </a:r>
            <a:r>
              <a:rPr lang="en-US" dirty="0" smtClean="0"/>
              <a:t> </a:t>
            </a:r>
            <a:r>
              <a:rPr lang="en-US" dirty="0" err="1" smtClean="0"/>
              <a:t>bencana</a:t>
            </a:r>
            <a:r>
              <a:rPr lang="en-US" dirty="0" smtClean="0"/>
              <a:t> (desk analysis)</a:t>
            </a:r>
          </a:p>
          <a:p>
            <a:r>
              <a:rPr lang="en-US" dirty="0" smtClean="0"/>
              <a:t>Survey </a:t>
            </a:r>
            <a:r>
              <a:rPr lang="en-US" dirty="0" err="1" smtClean="0"/>
              <a:t>potensi</a:t>
            </a:r>
            <a:r>
              <a:rPr lang="en-US" dirty="0" smtClean="0"/>
              <a:t> </a:t>
            </a:r>
            <a:r>
              <a:rPr lang="en-US" dirty="0" err="1" smtClean="0"/>
              <a:t>bencana</a:t>
            </a:r>
            <a:r>
              <a:rPr lang="en-US" dirty="0" smtClean="0"/>
              <a:t> (field work)</a:t>
            </a:r>
          </a:p>
          <a:p>
            <a:r>
              <a:rPr lang="en-US" dirty="0" smtClean="0"/>
              <a:t>Survey </a:t>
            </a:r>
            <a:r>
              <a:rPr lang="en-US" dirty="0" err="1" smtClean="0"/>
              <a:t>kerentanan</a:t>
            </a:r>
            <a:r>
              <a:rPr lang="en-US" dirty="0" smtClean="0"/>
              <a:t> </a:t>
            </a:r>
            <a:r>
              <a:rPr lang="en-US" dirty="0" err="1" smtClean="0"/>
              <a:t>sosial</a:t>
            </a:r>
            <a:r>
              <a:rPr lang="en-US" dirty="0" smtClean="0"/>
              <a:t> </a:t>
            </a:r>
            <a:r>
              <a:rPr lang="en-US" dirty="0" err="1" smtClean="0"/>
              <a:t>terhadap</a:t>
            </a:r>
            <a:r>
              <a:rPr lang="en-US" dirty="0" smtClean="0"/>
              <a:t> </a:t>
            </a:r>
            <a:r>
              <a:rPr lang="en-US" dirty="0" err="1" smtClean="0"/>
              <a:t>bencana</a:t>
            </a:r>
            <a:r>
              <a:rPr lang="en-US" dirty="0" smtClean="0"/>
              <a:t> (personal interview)</a:t>
            </a:r>
          </a:p>
          <a:p>
            <a:r>
              <a:rPr lang="en-US" dirty="0" smtClean="0"/>
              <a:t>Survey </a:t>
            </a:r>
            <a:r>
              <a:rPr lang="en-US" dirty="0" err="1" smtClean="0"/>
              <a:t>kapasitas</a:t>
            </a:r>
            <a:r>
              <a:rPr lang="en-US" dirty="0" smtClean="0"/>
              <a:t> </a:t>
            </a:r>
            <a:r>
              <a:rPr lang="en-US" dirty="0" err="1" smtClean="0"/>
              <a:t>masyarakat</a:t>
            </a:r>
            <a:r>
              <a:rPr lang="en-US" dirty="0" smtClean="0"/>
              <a:t> </a:t>
            </a:r>
            <a:r>
              <a:rPr lang="en-US" dirty="0" err="1" smtClean="0"/>
              <a:t>terhadap</a:t>
            </a:r>
            <a:r>
              <a:rPr lang="en-US" dirty="0" smtClean="0"/>
              <a:t> </a:t>
            </a:r>
            <a:r>
              <a:rPr lang="en-US" dirty="0" err="1" smtClean="0"/>
              <a:t>bencana</a:t>
            </a:r>
            <a:r>
              <a:rPr lang="en-US" dirty="0" smtClean="0"/>
              <a:t> (personal interview)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3506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Survey </a:t>
            </a:r>
            <a:r>
              <a:rPr lang="en-US" dirty="0" err="1" smtClean="0"/>
              <a:t>Potensi</a:t>
            </a:r>
            <a:r>
              <a:rPr lang="en-US" dirty="0" smtClean="0"/>
              <a:t> </a:t>
            </a:r>
            <a:r>
              <a:rPr lang="en-US" dirty="0" err="1" smtClean="0"/>
              <a:t>Bencana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u="sng" dirty="0" err="1" smtClean="0"/>
              <a:t>Lokasi</a:t>
            </a:r>
            <a:r>
              <a:rPr lang="en-US" dirty="0" smtClean="0"/>
              <a:t>: </a:t>
            </a:r>
            <a:r>
              <a:rPr lang="en-US" dirty="0" err="1" smtClean="0"/>
              <a:t>Jalan</a:t>
            </a:r>
            <a:r>
              <a:rPr lang="en-US" dirty="0" smtClean="0"/>
              <a:t>…/Sungai…/</a:t>
            </a:r>
            <a:r>
              <a:rPr lang="en-US" dirty="0" err="1" smtClean="0"/>
              <a:t>Puncak</a:t>
            </a:r>
            <a:r>
              <a:rPr lang="en-US" dirty="0" smtClean="0"/>
              <a:t> </a:t>
            </a:r>
            <a:r>
              <a:rPr lang="en-US" dirty="0" err="1" smtClean="0"/>
              <a:t>Gunung</a:t>
            </a:r>
            <a:r>
              <a:rPr lang="en-US" dirty="0" smtClean="0"/>
              <a:t>…</a:t>
            </a:r>
            <a:r>
              <a:rPr lang="en-US" dirty="0"/>
              <a:t> </a:t>
            </a:r>
            <a:r>
              <a:rPr lang="en-US" dirty="0" smtClean="0"/>
              <a:t>di </a:t>
            </a:r>
            <a:r>
              <a:rPr lang="en-US" dirty="0" err="1" smtClean="0"/>
              <a:t>Dusun</a:t>
            </a:r>
            <a:r>
              <a:rPr lang="en-US" dirty="0" smtClean="0"/>
              <a:t>..., </a:t>
            </a:r>
            <a:r>
              <a:rPr lang="en-US" dirty="0" err="1" smtClean="0"/>
              <a:t>Desa</a:t>
            </a:r>
            <a:r>
              <a:rPr lang="en-US" dirty="0" smtClean="0"/>
              <a:t>...</a:t>
            </a:r>
            <a:endParaRPr lang="en-US" dirty="0"/>
          </a:p>
          <a:p>
            <a:r>
              <a:rPr lang="en-US" u="sng" dirty="0" err="1" smtClean="0"/>
              <a:t>Titik</a:t>
            </a:r>
            <a:r>
              <a:rPr lang="en-US" u="sng" dirty="0" smtClean="0"/>
              <a:t> </a:t>
            </a:r>
            <a:r>
              <a:rPr lang="en-US" u="sng" dirty="0" err="1" smtClean="0"/>
              <a:t>Koordinat</a:t>
            </a:r>
            <a:r>
              <a:rPr lang="en-US" dirty="0" smtClean="0"/>
              <a:t>: 425200-9128000 UTM</a:t>
            </a:r>
          </a:p>
          <a:p>
            <a:r>
              <a:rPr lang="en-US" u="sng" dirty="0" err="1" smtClean="0"/>
              <a:t>Elevasi</a:t>
            </a:r>
            <a:r>
              <a:rPr lang="en-US" dirty="0" smtClean="0"/>
              <a:t>: 157 </a:t>
            </a:r>
            <a:r>
              <a:rPr lang="en-US" dirty="0" err="1" smtClean="0"/>
              <a:t>mdpl</a:t>
            </a:r>
            <a:endParaRPr lang="en-US" dirty="0" smtClean="0"/>
          </a:p>
          <a:p>
            <a:r>
              <a:rPr lang="en-US" u="sng" dirty="0" err="1" smtClean="0"/>
              <a:t>Kelerengan</a:t>
            </a:r>
            <a:r>
              <a:rPr lang="en-US" dirty="0" smtClean="0"/>
              <a:t>: 0-90˚ (</a:t>
            </a:r>
            <a:r>
              <a:rPr lang="en-US" dirty="0" err="1" smtClean="0"/>
              <a:t>Datar</a:t>
            </a:r>
            <a:r>
              <a:rPr lang="en-US" dirty="0" smtClean="0"/>
              <a:t>/</a:t>
            </a:r>
            <a:r>
              <a:rPr lang="en-US" dirty="0" err="1" smtClean="0"/>
              <a:t>Landai</a:t>
            </a:r>
            <a:r>
              <a:rPr lang="en-US" dirty="0" smtClean="0"/>
              <a:t>/Miring/</a:t>
            </a:r>
            <a:r>
              <a:rPr lang="en-US" dirty="0" err="1" smtClean="0"/>
              <a:t>Terjal</a:t>
            </a:r>
            <a:r>
              <a:rPr lang="en-US" dirty="0" smtClean="0"/>
              <a:t>)</a:t>
            </a:r>
          </a:p>
          <a:p>
            <a:r>
              <a:rPr lang="en-US" u="sng" dirty="0" err="1" smtClean="0"/>
              <a:t>Kemiringan</a:t>
            </a:r>
            <a:r>
              <a:rPr lang="en-US" u="sng" dirty="0" smtClean="0"/>
              <a:t> </a:t>
            </a:r>
            <a:r>
              <a:rPr lang="en-US" u="sng" dirty="0" err="1" smtClean="0"/>
              <a:t>perlapisan</a:t>
            </a:r>
            <a:r>
              <a:rPr lang="en-US" u="sng" dirty="0" smtClean="0"/>
              <a:t> </a:t>
            </a:r>
            <a:r>
              <a:rPr lang="en-US" u="sng" dirty="0" err="1" smtClean="0"/>
              <a:t>batuan</a:t>
            </a:r>
            <a:r>
              <a:rPr lang="en-US" dirty="0" smtClean="0"/>
              <a:t>: 20˚</a:t>
            </a:r>
          </a:p>
          <a:p>
            <a:r>
              <a:rPr lang="en-US" u="sng" dirty="0" err="1" smtClean="0">
                <a:solidFill>
                  <a:srgbClr val="0070C0"/>
                </a:solidFill>
              </a:rPr>
              <a:t>Jarak</a:t>
            </a:r>
            <a:r>
              <a:rPr lang="en-US" u="sng" dirty="0" smtClean="0">
                <a:solidFill>
                  <a:srgbClr val="0070C0"/>
                </a:solidFill>
              </a:rPr>
              <a:t> </a:t>
            </a:r>
            <a:r>
              <a:rPr lang="en-US" u="sng" dirty="0" err="1" smtClean="0">
                <a:solidFill>
                  <a:srgbClr val="0070C0"/>
                </a:solidFill>
              </a:rPr>
              <a:t>vertikal</a:t>
            </a:r>
            <a:r>
              <a:rPr lang="en-US" u="sng" dirty="0" smtClean="0">
                <a:solidFill>
                  <a:srgbClr val="0070C0"/>
                </a:solidFill>
              </a:rPr>
              <a:t> </a:t>
            </a:r>
            <a:r>
              <a:rPr lang="en-US" u="sng" dirty="0" err="1" smtClean="0">
                <a:solidFill>
                  <a:srgbClr val="0070C0"/>
                </a:solidFill>
              </a:rPr>
              <a:t>vegetasi</a:t>
            </a:r>
            <a:r>
              <a:rPr lang="en-US" u="sng" dirty="0" smtClean="0">
                <a:solidFill>
                  <a:srgbClr val="0070C0"/>
                </a:solidFill>
              </a:rPr>
              <a:t> </a:t>
            </a:r>
            <a:r>
              <a:rPr lang="en-US" u="sng" dirty="0" err="1" smtClean="0">
                <a:solidFill>
                  <a:srgbClr val="0070C0"/>
                </a:solidFill>
              </a:rPr>
              <a:t>dari</a:t>
            </a:r>
            <a:r>
              <a:rPr lang="en-US" u="sng" dirty="0" smtClean="0">
                <a:solidFill>
                  <a:srgbClr val="0070C0"/>
                </a:solidFill>
              </a:rPr>
              <a:t> </a:t>
            </a:r>
            <a:r>
              <a:rPr lang="en-US" u="sng" dirty="0" err="1" smtClean="0">
                <a:solidFill>
                  <a:srgbClr val="0070C0"/>
                </a:solidFill>
              </a:rPr>
              <a:t>dasar</a:t>
            </a:r>
            <a:r>
              <a:rPr lang="en-US" u="sng" dirty="0" smtClean="0">
                <a:solidFill>
                  <a:srgbClr val="0070C0"/>
                </a:solidFill>
              </a:rPr>
              <a:t> </a:t>
            </a:r>
            <a:r>
              <a:rPr lang="en-US" u="sng" dirty="0" err="1" smtClean="0">
                <a:solidFill>
                  <a:srgbClr val="0070C0"/>
                </a:solidFill>
              </a:rPr>
              <a:t>sungai</a:t>
            </a:r>
            <a:r>
              <a:rPr lang="en-US" dirty="0" smtClean="0">
                <a:solidFill>
                  <a:srgbClr val="0070C0"/>
                </a:solidFill>
              </a:rPr>
              <a:t>: 2 m</a:t>
            </a:r>
          </a:p>
          <a:p>
            <a:r>
              <a:rPr lang="en-US" u="sng" dirty="0" err="1" smtClean="0"/>
              <a:t>Litologi</a:t>
            </a:r>
            <a:r>
              <a:rPr lang="en-US" dirty="0" smtClean="0"/>
              <a:t>: Segar/</a:t>
            </a:r>
            <a:r>
              <a:rPr lang="en-US" dirty="0" err="1" smtClean="0"/>
              <a:t>lapuk</a:t>
            </a:r>
            <a:r>
              <a:rPr lang="en-US" dirty="0" smtClean="0"/>
              <a:t>/</a:t>
            </a:r>
            <a:r>
              <a:rPr lang="en-US" dirty="0" err="1" smtClean="0"/>
              <a:t>setengah</a:t>
            </a:r>
            <a:r>
              <a:rPr lang="en-US" dirty="0" smtClean="0"/>
              <a:t> </a:t>
            </a:r>
            <a:r>
              <a:rPr lang="en-US" dirty="0" err="1" smtClean="0"/>
              <a:t>lapuk</a:t>
            </a:r>
            <a:r>
              <a:rPr lang="en-US" dirty="0" smtClean="0"/>
              <a:t>/</a:t>
            </a:r>
            <a:r>
              <a:rPr lang="en-US" dirty="0" err="1" smtClean="0"/>
              <a:t>berlapis</a:t>
            </a:r>
            <a:r>
              <a:rPr lang="en-US" dirty="0" smtClean="0"/>
              <a:t>?</a:t>
            </a:r>
            <a:endParaRPr lang="en-US" dirty="0"/>
          </a:p>
          <a:p>
            <a:r>
              <a:rPr lang="en-US" u="sng" dirty="0" err="1" smtClean="0"/>
              <a:t>Struktur</a:t>
            </a:r>
            <a:r>
              <a:rPr lang="en-US" u="sng" dirty="0" smtClean="0"/>
              <a:t> </a:t>
            </a:r>
            <a:r>
              <a:rPr lang="en-US" u="sng" dirty="0" err="1" smtClean="0"/>
              <a:t>geologi</a:t>
            </a:r>
            <a:r>
              <a:rPr lang="en-US" dirty="0" smtClean="0"/>
              <a:t>: </a:t>
            </a:r>
            <a:r>
              <a:rPr lang="en-US" dirty="0" err="1" smtClean="0"/>
              <a:t>kekar</a:t>
            </a:r>
            <a:r>
              <a:rPr lang="en-US" dirty="0" smtClean="0"/>
              <a:t>/</a:t>
            </a:r>
            <a:r>
              <a:rPr lang="en-US" dirty="0" err="1" smtClean="0"/>
              <a:t>sesar</a:t>
            </a:r>
            <a:r>
              <a:rPr lang="en-US" dirty="0" smtClean="0"/>
              <a:t>?</a:t>
            </a:r>
          </a:p>
          <a:p>
            <a:r>
              <a:rPr lang="en-US" u="sng" dirty="0" err="1" smtClean="0">
                <a:solidFill>
                  <a:srgbClr val="FF0000"/>
                </a:solidFill>
              </a:rPr>
              <a:t>Indikasi</a:t>
            </a:r>
            <a:r>
              <a:rPr lang="en-US" u="sng" dirty="0" smtClean="0">
                <a:solidFill>
                  <a:srgbClr val="FF0000"/>
                </a:solidFill>
              </a:rPr>
              <a:t> </a:t>
            </a:r>
            <a:r>
              <a:rPr lang="en-US" u="sng" dirty="0" err="1" smtClean="0">
                <a:solidFill>
                  <a:srgbClr val="FF0000"/>
                </a:solidFill>
              </a:rPr>
              <a:t>gerakan</a:t>
            </a:r>
            <a:r>
              <a:rPr lang="en-US" u="sng" dirty="0" smtClean="0">
                <a:solidFill>
                  <a:srgbClr val="FF0000"/>
                </a:solidFill>
              </a:rPr>
              <a:t> </a:t>
            </a:r>
            <a:r>
              <a:rPr lang="en-US" u="sng" dirty="0" err="1" smtClean="0">
                <a:solidFill>
                  <a:srgbClr val="FF0000"/>
                </a:solidFill>
              </a:rPr>
              <a:t>massa</a:t>
            </a:r>
            <a:r>
              <a:rPr lang="en-US" dirty="0" smtClean="0">
                <a:solidFill>
                  <a:srgbClr val="FF0000"/>
                </a:solidFill>
              </a:rPr>
              <a:t>: rock fall/soil slide/</a:t>
            </a:r>
            <a:r>
              <a:rPr lang="en-US" dirty="0" err="1" smtClean="0">
                <a:solidFill>
                  <a:srgbClr val="FF0000"/>
                </a:solidFill>
              </a:rPr>
              <a:t>jalan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retak</a:t>
            </a:r>
            <a:r>
              <a:rPr lang="en-US" dirty="0" smtClean="0">
                <a:solidFill>
                  <a:srgbClr val="FF0000"/>
                </a:solidFill>
              </a:rPr>
              <a:t>/</a:t>
            </a:r>
            <a:r>
              <a:rPr lang="en-US" dirty="0" err="1" smtClean="0">
                <a:solidFill>
                  <a:srgbClr val="FF0000"/>
                </a:solidFill>
              </a:rPr>
              <a:t>jalan</a:t>
            </a:r>
            <a:r>
              <a:rPr lang="en-US" dirty="0" smtClean="0">
                <a:solidFill>
                  <a:srgbClr val="FF0000"/>
                </a:solidFill>
              </a:rPr>
              <a:t> miring/</a:t>
            </a:r>
            <a:r>
              <a:rPr lang="en-US" dirty="0" err="1" smtClean="0">
                <a:solidFill>
                  <a:srgbClr val="FF0000"/>
                </a:solidFill>
              </a:rPr>
              <a:t>pohon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tumbang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u="sng" dirty="0" err="1" smtClean="0"/>
              <a:t>Vegetasi</a:t>
            </a:r>
            <a:r>
              <a:rPr lang="en-US" dirty="0" smtClean="0"/>
              <a:t>: </a:t>
            </a:r>
            <a:r>
              <a:rPr lang="en-US" dirty="0" err="1" smtClean="0"/>
              <a:t>pohon</a:t>
            </a:r>
            <a:r>
              <a:rPr lang="en-US" dirty="0" smtClean="0"/>
              <a:t> </a:t>
            </a:r>
            <a:r>
              <a:rPr lang="en-US" dirty="0" err="1" smtClean="0"/>
              <a:t>tingkat</a:t>
            </a:r>
            <a:r>
              <a:rPr lang="en-US" dirty="0" smtClean="0"/>
              <a:t> </a:t>
            </a:r>
            <a:r>
              <a:rPr lang="en-US" dirty="0" err="1" smtClean="0"/>
              <a:t>tinggi</a:t>
            </a:r>
            <a:r>
              <a:rPr lang="en-US" dirty="0" smtClean="0"/>
              <a:t>/</a:t>
            </a:r>
            <a:r>
              <a:rPr lang="en-US" dirty="0" err="1" smtClean="0"/>
              <a:t>semak-semak</a:t>
            </a:r>
            <a:r>
              <a:rPr lang="en-US" dirty="0" smtClean="0"/>
              <a:t>/</a:t>
            </a:r>
            <a:r>
              <a:rPr lang="en-US" dirty="0" err="1" smtClean="0"/>
              <a:t>tumbuhan</a:t>
            </a:r>
            <a:r>
              <a:rPr lang="en-US" dirty="0" smtClean="0"/>
              <a:t>/</a:t>
            </a:r>
            <a:r>
              <a:rPr lang="en-US" dirty="0" err="1" smtClean="0"/>
              <a:t>tidak</a:t>
            </a:r>
            <a:r>
              <a:rPr lang="en-US" dirty="0" smtClean="0"/>
              <a:t> </a:t>
            </a:r>
            <a:r>
              <a:rPr lang="en-US" dirty="0" err="1" smtClean="0"/>
              <a:t>ada</a:t>
            </a:r>
            <a:endParaRPr lang="en-US" dirty="0" smtClean="0"/>
          </a:p>
          <a:p>
            <a:r>
              <a:rPr lang="en-US" u="sng" dirty="0" err="1" smtClean="0"/>
              <a:t>Nomor</a:t>
            </a:r>
            <a:r>
              <a:rPr lang="en-US" u="sng" dirty="0" smtClean="0"/>
              <a:t> </a:t>
            </a:r>
            <a:r>
              <a:rPr lang="en-US" u="sng" dirty="0" err="1" smtClean="0"/>
              <a:t>foto</a:t>
            </a:r>
            <a:r>
              <a:rPr lang="en-US" dirty="0" smtClean="0"/>
              <a:t>: 010717-07A; 010717-07E (Tim A - Tim E)</a:t>
            </a:r>
          </a:p>
          <a:p>
            <a:r>
              <a:rPr lang="en-US" u="sng" dirty="0" err="1" smtClean="0"/>
              <a:t>Keterangan</a:t>
            </a:r>
            <a:r>
              <a:rPr lang="en-US" u="sng" dirty="0" smtClean="0"/>
              <a:t> </a:t>
            </a:r>
            <a:r>
              <a:rPr lang="en-US" u="sng" dirty="0" err="1" smtClean="0"/>
              <a:t>tambahan</a:t>
            </a:r>
            <a:r>
              <a:rPr lang="en-US" dirty="0" smtClean="0"/>
              <a:t>: </a:t>
            </a:r>
            <a:r>
              <a:rPr lang="en-US" dirty="0" err="1" smtClean="0"/>
              <a:t>Foto</a:t>
            </a:r>
            <a:r>
              <a:rPr lang="en-US" dirty="0" smtClean="0"/>
              <a:t> </a:t>
            </a:r>
            <a:r>
              <a:rPr lang="en-US" dirty="0" err="1" smtClean="0"/>
              <a:t>menghadap</a:t>
            </a:r>
            <a:r>
              <a:rPr lang="en-US" dirty="0" smtClean="0"/>
              <a:t> </a:t>
            </a:r>
            <a:r>
              <a:rPr lang="en-US" dirty="0" err="1" smtClean="0"/>
              <a:t>ke</a:t>
            </a:r>
            <a:r>
              <a:rPr lang="en-US" dirty="0" smtClean="0"/>
              <a:t> </a:t>
            </a:r>
            <a:r>
              <a:rPr lang="en-US" dirty="0" err="1" smtClean="0"/>
              <a:t>arah</a:t>
            </a:r>
            <a:r>
              <a:rPr lang="en-US" dirty="0" smtClean="0"/>
              <a:t> </a:t>
            </a:r>
            <a:r>
              <a:rPr lang="en-US" dirty="0" err="1" smtClean="0"/>
              <a:t>tenggara</a:t>
            </a:r>
            <a:r>
              <a:rPr lang="en-US" dirty="0" smtClean="0"/>
              <a:t>; </a:t>
            </a:r>
            <a:r>
              <a:rPr lang="en-US" dirty="0" err="1" smtClean="0"/>
              <a:t>akses</a:t>
            </a:r>
            <a:r>
              <a:rPr lang="en-US" dirty="0" smtClean="0"/>
              <a:t> </a:t>
            </a:r>
            <a:r>
              <a:rPr lang="en-US" dirty="0" err="1" smtClean="0"/>
              <a:t>jalan</a:t>
            </a:r>
            <a:r>
              <a:rPr lang="en-US" dirty="0" smtClean="0"/>
              <a:t> </a:t>
            </a:r>
            <a:r>
              <a:rPr lang="en-US" dirty="0" err="1" smtClean="0"/>
              <a:t>sulit</a:t>
            </a:r>
            <a:r>
              <a:rPr lang="en-US" dirty="0" smtClean="0"/>
              <a:t>, </a:t>
            </a:r>
            <a:r>
              <a:rPr lang="en-US" dirty="0" err="1" smtClean="0"/>
              <a:t>lahan</a:t>
            </a:r>
            <a:r>
              <a:rPr lang="en-US" dirty="0" smtClean="0"/>
              <a:t> </a:t>
            </a:r>
            <a:r>
              <a:rPr lang="en-US" dirty="0" err="1" smtClean="0"/>
              <a:t>digunakan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pertanian</a:t>
            </a:r>
            <a:r>
              <a:rPr lang="en-US" dirty="0" smtClean="0"/>
              <a:t> </a:t>
            </a:r>
            <a:r>
              <a:rPr lang="en-US" dirty="0" err="1" smtClean="0"/>
              <a:t>terassering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94525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>
          <a:xfrm>
            <a:off x="5260977" y="2776539"/>
            <a:ext cx="3883025" cy="1262062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 err="1" smtClean="0"/>
              <a:t>Kekar</a:t>
            </a:r>
            <a:endParaRPr lang="en-US" dirty="0" smtClean="0"/>
          </a:p>
        </p:txBody>
      </p:sp>
      <p:pic>
        <p:nvPicPr>
          <p:cNvPr id="4608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5259388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94755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76200"/>
            <a:ext cx="8229600" cy="84455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err="1" smtClean="0"/>
              <a:t>Sesar</a:t>
            </a:r>
            <a:endParaRPr lang="en-US" dirty="0" smtClean="0"/>
          </a:p>
        </p:txBody>
      </p:sp>
      <p:pic>
        <p:nvPicPr>
          <p:cNvPr id="4813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17550"/>
            <a:ext cx="9144000" cy="614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50284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1048" descr="09_0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235076"/>
            <a:ext cx="9144000" cy="5622925"/>
          </a:xfrm>
          <a:noFill/>
        </p:spPr>
      </p:pic>
      <p:sp>
        <p:nvSpPr>
          <p:cNvPr id="9219" name="Line 39"/>
          <p:cNvSpPr>
            <a:spLocks noChangeShapeType="1"/>
          </p:cNvSpPr>
          <p:nvPr/>
        </p:nvSpPr>
        <p:spPr bwMode="auto">
          <a:xfrm>
            <a:off x="2286000" y="685800"/>
            <a:ext cx="4572000" cy="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0" name="Rectangle 41"/>
          <p:cNvSpPr>
            <a:spLocks noGrp="1" noChangeArrowheads="1"/>
          </p:cNvSpPr>
          <p:nvPr>
            <p:ph type="title"/>
          </p:nvPr>
        </p:nvSpPr>
        <p:spPr>
          <a:xfrm>
            <a:off x="685800" y="549276"/>
            <a:ext cx="7772400" cy="70167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smtClean="0"/>
              <a:t>Jenis Longsoran</a:t>
            </a:r>
            <a:endParaRPr lang="en-GB" altLang="en-US" smtClean="0"/>
          </a:p>
        </p:txBody>
      </p:sp>
    </p:spTree>
    <p:extLst>
      <p:ext uri="{BB962C8B-B14F-4D97-AF65-F5344CB8AC3E}">
        <p14:creationId xmlns:p14="http://schemas.microsoft.com/office/powerpoint/2010/main" val="255293100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 hidden="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10243" name="Picture 4" descr="C:\Users\Donny\Pictures\MP Navigator EX\2014_10_09\tipe gerakan massa_NEW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101" y="0"/>
            <a:ext cx="8148639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4" name="TextBox 4"/>
          <p:cNvSpPr txBox="1">
            <a:spLocks noChangeArrowheads="1"/>
          </p:cNvSpPr>
          <p:nvPr/>
        </p:nvSpPr>
        <p:spPr bwMode="auto">
          <a:xfrm>
            <a:off x="1" y="6519864"/>
            <a:ext cx="21494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n-US"/>
              <a:t>Freeman, 2011</a:t>
            </a:r>
          </a:p>
        </p:txBody>
      </p:sp>
    </p:spTree>
    <p:extLst>
      <p:ext uri="{BB962C8B-B14F-4D97-AF65-F5344CB8AC3E}">
        <p14:creationId xmlns:p14="http://schemas.microsoft.com/office/powerpoint/2010/main" val="2464201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endParaRPr lang="en-US" smtClean="0"/>
          </a:p>
        </p:txBody>
      </p:sp>
      <p:pic>
        <p:nvPicPr>
          <p:cNvPr id="33795" name="Table Placeholder 3" descr="DSC04580.JPG"/>
          <p:cNvPicPr>
            <a:picLocks noGrp="1" noChangeAspect="1"/>
          </p:cNvPicPr>
          <p:nvPr>
            <p:ph type="tbl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28626" y="1208088"/>
            <a:ext cx="2314575" cy="2298700"/>
          </a:xfrm>
        </p:spPr>
      </p:pic>
      <p:pic>
        <p:nvPicPr>
          <p:cNvPr id="33796" name="Picture 4" descr="DSC04583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2738" y="1187451"/>
            <a:ext cx="3192463" cy="237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7" name="Picture 7" descr="DSC04691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577" y="3633789"/>
            <a:ext cx="2347913" cy="238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8" name="Picture 8" descr="DSC04701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5439" y="3687764"/>
            <a:ext cx="3235325" cy="241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9" name="Picture 9" descr="DSC04665.JP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749" y="1200150"/>
            <a:ext cx="2838451" cy="492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6132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Survei</a:t>
            </a:r>
            <a:r>
              <a:rPr lang="en-US" dirty="0" smtClean="0"/>
              <a:t> </a:t>
            </a:r>
            <a:r>
              <a:rPr lang="en-US" dirty="0" err="1" smtClean="0"/>
              <a:t>Kerentanan</a:t>
            </a:r>
            <a:r>
              <a:rPr lang="en-US" dirty="0" smtClean="0"/>
              <a:t> </a:t>
            </a:r>
            <a:r>
              <a:rPr lang="en-US" dirty="0" err="1" smtClean="0"/>
              <a:t>Sosial</a:t>
            </a:r>
            <a:r>
              <a:rPr lang="en-US" dirty="0" smtClean="0"/>
              <a:t> </a:t>
            </a:r>
            <a:r>
              <a:rPr lang="en-US" dirty="0" err="1" smtClean="0"/>
              <a:t>Bencana</a:t>
            </a:r>
            <a:r>
              <a:rPr lang="en-US" dirty="0" smtClean="0"/>
              <a:t> </a:t>
            </a:r>
            <a:r>
              <a:rPr lang="en-US" dirty="0" err="1" smtClean="0"/>
              <a:t>Longsor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u="sng" dirty="0" err="1" smtClean="0"/>
              <a:t>Lokasi</a:t>
            </a:r>
            <a:r>
              <a:rPr lang="en-US" dirty="0" smtClean="0"/>
              <a:t>: </a:t>
            </a:r>
            <a:r>
              <a:rPr lang="en-US" dirty="0" err="1" smtClean="0"/>
              <a:t>Jalan</a:t>
            </a:r>
            <a:r>
              <a:rPr lang="en-US" dirty="0" smtClean="0"/>
              <a:t>…, </a:t>
            </a:r>
            <a:r>
              <a:rPr lang="en-US" dirty="0" err="1" smtClean="0"/>
              <a:t>Dusun</a:t>
            </a:r>
            <a:r>
              <a:rPr lang="en-US" dirty="0" smtClean="0"/>
              <a:t>…, </a:t>
            </a:r>
            <a:r>
              <a:rPr lang="en-US" dirty="0" err="1" smtClean="0"/>
              <a:t>Desa</a:t>
            </a:r>
            <a:r>
              <a:rPr lang="en-US" dirty="0" smtClean="0"/>
              <a:t>…</a:t>
            </a:r>
          </a:p>
          <a:p>
            <a:r>
              <a:rPr lang="en-US" dirty="0" err="1" smtClean="0"/>
              <a:t>Populasi</a:t>
            </a:r>
            <a:r>
              <a:rPr lang="en-US" dirty="0" smtClean="0"/>
              <a:t>: 300 </a:t>
            </a:r>
            <a:r>
              <a:rPr lang="en-US" dirty="0" err="1" smtClean="0"/>
              <a:t>jiwa</a:t>
            </a:r>
            <a:endParaRPr lang="en-US" dirty="0" smtClean="0"/>
          </a:p>
          <a:p>
            <a:r>
              <a:rPr lang="en-US" u="sng" dirty="0" err="1" smtClean="0"/>
              <a:t>Titik</a:t>
            </a:r>
            <a:r>
              <a:rPr lang="en-US" u="sng" dirty="0" smtClean="0"/>
              <a:t> </a:t>
            </a:r>
            <a:r>
              <a:rPr lang="en-US" u="sng" dirty="0" err="1" smtClean="0"/>
              <a:t>Koordinat</a:t>
            </a:r>
            <a:r>
              <a:rPr lang="en-US" dirty="0" smtClean="0"/>
              <a:t>: 418800-9166500 UTM</a:t>
            </a:r>
          </a:p>
          <a:p>
            <a:r>
              <a:rPr lang="en-US" u="sng" dirty="0" err="1" smtClean="0"/>
              <a:t>Elevasi</a:t>
            </a:r>
            <a:r>
              <a:rPr lang="en-US" dirty="0" smtClean="0"/>
              <a:t>: 350 </a:t>
            </a:r>
            <a:r>
              <a:rPr lang="en-US" dirty="0" err="1" smtClean="0"/>
              <a:t>mdpl</a:t>
            </a:r>
            <a:endParaRPr lang="en-US" dirty="0" smtClean="0"/>
          </a:p>
          <a:p>
            <a:r>
              <a:rPr lang="en-US" u="sng" dirty="0" err="1" smtClean="0"/>
              <a:t>Jarak</a:t>
            </a:r>
            <a:r>
              <a:rPr lang="en-US" u="sng" dirty="0" smtClean="0"/>
              <a:t> </a:t>
            </a:r>
            <a:r>
              <a:rPr lang="en-US" u="sng" dirty="0" err="1" smtClean="0"/>
              <a:t>pemukiman</a:t>
            </a:r>
            <a:r>
              <a:rPr lang="en-US" u="sng" dirty="0" smtClean="0"/>
              <a:t> </a:t>
            </a:r>
            <a:r>
              <a:rPr lang="en-US" u="sng" dirty="0" err="1" smtClean="0"/>
              <a:t>dari</a:t>
            </a:r>
            <a:r>
              <a:rPr lang="en-US" u="sng" dirty="0" smtClean="0"/>
              <a:t> </a:t>
            </a:r>
            <a:r>
              <a:rPr lang="en-US" u="sng" dirty="0" err="1" smtClean="0"/>
              <a:t>tebing</a:t>
            </a:r>
            <a:r>
              <a:rPr lang="en-US" dirty="0" smtClean="0"/>
              <a:t>: 3 m</a:t>
            </a:r>
          </a:p>
          <a:p>
            <a:r>
              <a:rPr lang="en-US" dirty="0" err="1" smtClean="0"/>
              <a:t>Kategori</a:t>
            </a:r>
            <a:r>
              <a:rPr lang="en-US" dirty="0" smtClean="0"/>
              <a:t> </a:t>
            </a:r>
            <a:r>
              <a:rPr lang="en-US" dirty="0" err="1"/>
              <a:t>k</a:t>
            </a:r>
            <a:r>
              <a:rPr lang="en-US" dirty="0" err="1" smtClean="0"/>
              <a:t>elompok</a:t>
            </a:r>
            <a:r>
              <a:rPr lang="en-US" dirty="0" smtClean="0"/>
              <a:t> </a:t>
            </a:r>
            <a:r>
              <a:rPr lang="en-US" dirty="0" err="1"/>
              <a:t>m</a:t>
            </a:r>
            <a:r>
              <a:rPr lang="en-US" dirty="0" err="1" smtClean="0"/>
              <a:t>asyarakat</a:t>
            </a:r>
            <a:r>
              <a:rPr lang="en-US" dirty="0" smtClean="0"/>
              <a:t>: </a:t>
            </a:r>
            <a:r>
              <a:rPr lang="en-US" dirty="0" err="1" smtClean="0"/>
              <a:t>anak-anak</a:t>
            </a:r>
            <a:r>
              <a:rPr lang="en-US" dirty="0" smtClean="0"/>
              <a:t>/</a:t>
            </a:r>
            <a:r>
              <a:rPr lang="en-US" dirty="0" err="1" smtClean="0"/>
              <a:t>dewasa</a:t>
            </a:r>
            <a:r>
              <a:rPr lang="en-US" dirty="0" smtClean="0"/>
              <a:t>/</a:t>
            </a:r>
            <a:r>
              <a:rPr lang="en-US" dirty="0" err="1" smtClean="0"/>
              <a:t>lansia</a:t>
            </a:r>
            <a:endParaRPr lang="en-US" dirty="0" smtClean="0"/>
          </a:p>
          <a:p>
            <a:r>
              <a:rPr lang="en-US" dirty="0" err="1" smtClean="0"/>
              <a:t>Kondisi</a:t>
            </a:r>
            <a:r>
              <a:rPr lang="en-US" dirty="0" smtClean="0"/>
              <a:t> </a:t>
            </a:r>
            <a:r>
              <a:rPr lang="en-US" dirty="0" err="1" smtClean="0"/>
              <a:t>sarana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prasarana</a:t>
            </a:r>
            <a:r>
              <a:rPr lang="en-US" dirty="0" smtClean="0"/>
              <a:t> </a:t>
            </a:r>
            <a:r>
              <a:rPr lang="en-US" dirty="0" err="1" smtClean="0"/>
              <a:t>umum</a:t>
            </a:r>
            <a:r>
              <a:rPr lang="en-US" dirty="0" smtClean="0"/>
              <a:t>: </a:t>
            </a:r>
            <a:r>
              <a:rPr lang="en-US" dirty="0" err="1" smtClean="0"/>
              <a:t>baik</a:t>
            </a:r>
            <a:r>
              <a:rPr lang="en-US" dirty="0" smtClean="0"/>
              <a:t>/</a:t>
            </a:r>
            <a:r>
              <a:rPr lang="en-US" dirty="0" err="1" smtClean="0"/>
              <a:t>buruk</a:t>
            </a:r>
            <a:r>
              <a:rPr lang="en-US" dirty="0" smtClean="0"/>
              <a:t>/</a:t>
            </a:r>
            <a:r>
              <a:rPr lang="en-US" dirty="0" err="1" smtClean="0"/>
              <a:t>kumuh</a:t>
            </a:r>
            <a:endParaRPr lang="en-US" dirty="0"/>
          </a:p>
          <a:p>
            <a:r>
              <a:rPr lang="en-US" dirty="0" err="1" smtClean="0"/>
              <a:t>Bangunan</a:t>
            </a:r>
            <a:r>
              <a:rPr lang="en-US" dirty="0" smtClean="0"/>
              <a:t> </a:t>
            </a:r>
            <a:r>
              <a:rPr lang="en-US" dirty="0" err="1" smtClean="0"/>
              <a:t>fisik</a:t>
            </a:r>
            <a:r>
              <a:rPr lang="en-US" dirty="0" smtClean="0"/>
              <a:t>: </a:t>
            </a:r>
            <a:r>
              <a:rPr lang="en-US" dirty="0" err="1" smtClean="0"/>
              <a:t>gedung</a:t>
            </a:r>
            <a:r>
              <a:rPr lang="en-US" dirty="0" smtClean="0"/>
              <a:t> </a:t>
            </a:r>
            <a:r>
              <a:rPr lang="en-US" dirty="0" err="1" smtClean="0"/>
              <a:t>beton</a:t>
            </a:r>
            <a:r>
              <a:rPr lang="en-US" dirty="0" smtClean="0"/>
              <a:t>/</a:t>
            </a:r>
            <a:r>
              <a:rPr lang="en-US" dirty="0" err="1" smtClean="0"/>
              <a:t>batako</a:t>
            </a:r>
            <a:r>
              <a:rPr lang="en-US" dirty="0" smtClean="0"/>
              <a:t>/</a:t>
            </a:r>
            <a:r>
              <a:rPr lang="en-US" dirty="0" err="1" smtClean="0"/>
              <a:t>kayu</a:t>
            </a:r>
            <a:endParaRPr lang="en-US" dirty="0" smtClean="0"/>
          </a:p>
          <a:p>
            <a:r>
              <a:rPr lang="en-US" u="sng" dirty="0" err="1" smtClean="0"/>
              <a:t>Indikasi</a:t>
            </a:r>
            <a:r>
              <a:rPr lang="en-US" u="sng" dirty="0" smtClean="0"/>
              <a:t> </a:t>
            </a:r>
            <a:r>
              <a:rPr lang="en-US" u="sng" dirty="0" err="1" smtClean="0"/>
              <a:t>gerakan</a:t>
            </a:r>
            <a:r>
              <a:rPr lang="en-US" u="sng" dirty="0" smtClean="0"/>
              <a:t> </a:t>
            </a:r>
            <a:r>
              <a:rPr lang="en-US" u="sng" dirty="0" err="1" smtClean="0"/>
              <a:t>massa</a:t>
            </a:r>
            <a:r>
              <a:rPr lang="en-US" dirty="0" smtClean="0"/>
              <a:t>: rock fall/creeping/</a:t>
            </a:r>
            <a:r>
              <a:rPr lang="en-US" dirty="0" err="1" smtClean="0"/>
              <a:t>jalan</a:t>
            </a:r>
            <a:r>
              <a:rPr lang="en-US" dirty="0" smtClean="0"/>
              <a:t> </a:t>
            </a:r>
            <a:r>
              <a:rPr lang="en-US" dirty="0" err="1" smtClean="0"/>
              <a:t>retak</a:t>
            </a:r>
            <a:r>
              <a:rPr lang="en-US" dirty="0" smtClean="0"/>
              <a:t>/</a:t>
            </a:r>
            <a:r>
              <a:rPr lang="en-US" dirty="0" err="1" smtClean="0"/>
              <a:t>jalan</a:t>
            </a:r>
            <a:r>
              <a:rPr lang="en-US" dirty="0" smtClean="0"/>
              <a:t> miring/</a:t>
            </a:r>
            <a:r>
              <a:rPr lang="en-US" dirty="0" err="1" smtClean="0"/>
              <a:t>pohon</a:t>
            </a:r>
            <a:r>
              <a:rPr lang="en-US" dirty="0" smtClean="0"/>
              <a:t> </a:t>
            </a:r>
            <a:r>
              <a:rPr lang="en-US" dirty="0" err="1" smtClean="0"/>
              <a:t>tumbang</a:t>
            </a:r>
            <a:r>
              <a:rPr lang="en-US" dirty="0" smtClean="0"/>
              <a:t>/</a:t>
            </a:r>
          </a:p>
          <a:p>
            <a:r>
              <a:rPr lang="en-US" u="sng" dirty="0" err="1" smtClean="0"/>
              <a:t>Vegetasi</a:t>
            </a:r>
            <a:r>
              <a:rPr lang="en-US" dirty="0" smtClean="0"/>
              <a:t>: </a:t>
            </a:r>
            <a:r>
              <a:rPr lang="en-US" dirty="0" err="1" smtClean="0"/>
              <a:t>pohon</a:t>
            </a:r>
            <a:r>
              <a:rPr lang="en-US" dirty="0" smtClean="0"/>
              <a:t> </a:t>
            </a:r>
            <a:r>
              <a:rPr lang="en-US" dirty="0" err="1" smtClean="0"/>
              <a:t>tingkat</a:t>
            </a:r>
            <a:r>
              <a:rPr lang="en-US" dirty="0" smtClean="0"/>
              <a:t> </a:t>
            </a:r>
            <a:r>
              <a:rPr lang="en-US" dirty="0" err="1" smtClean="0"/>
              <a:t>tinggi</a:t>
            </a:r>
            <a:r>
              <a:rPr lang="en-US" dirty="0" smtClean="0"/>
              <a:t>/</a:t>
            </a:r>
            <a:r>
              <a:rPr lang="en-US" dirty="0" err="1" smtClean="0"/>
              <a:t>semak-semak</a:t>
            </a:r>
            <a:r>
              <a:rPr lang="en-US" dirty="0" smtClean="0"/>
              <a:t>/</a:t>
            </a:r>
            <a:r>
              <a:rPr lang="en-US" dirty="0" err="1" smtClean="0"/>
              <a:t>tumbuhan</a:t>
            </a:r>
            <a:r>
              <a:rPr lang="en-US" dirty="0" smtClean="0"/>
              <a:t>/</a:t>
            </a:r>
            <a:r>
              <a:rPr lang="en-US" dirty="0" err="1" smtClean="0"/>
              <a:t>tidak</a:t>
            </a:r>
            <a:r>
              <a:rPr lang="en-US" dirty="0"/>
              <a:t> </a:t>
            </a:r>
            <a:r>
              <a:rPr lang="en-US" dirty="0" err="1" smtClean="0"/>
              <a:t>ada</a:t>
            </a:r>
            <a:endParaRPr lang="en-US" dirty="0" smtClean="0"/>
          </a:p>
          <a:p>
            <a:r>
              <a:rPr lang="en-US" u="sng" dirty="0" err="1" smtClean="0"/>
              <a:t>Jalur</a:t>
            </a:r>
            <a:r>
              <a:rPr lang="en-US" u="sng" dirty="0" smtClean="0"/>
              <a:t> </a:t>
            </a:r>
            <a:r>
              <a:rPr lang="en-US" u="sng" dirty="0" err="1" smtClean="0"/>
              <a:t>Evakuasi</a:t>
            </a:r>
            <a:r>
              <a:rPr lang="en-US" dirty="0" smtClean="0"/>
              <a:t>: </a:t>
            </a:r>
            <a:r>
              <a:rPr lang="en-US" dirty="0" err="1"/>
              <a:t>J</a:t>
            </a:r>
            <a:r>
              <a:rPr lang="en-US" dirty="0" err="1" smtClean="0"/>
              <a:t>alan</a:t>
            </a:r>
            <a:r>
              <a:rPr lang="en-US" dirty="0" smtClean="0"/>
              <a:t> </a:t>
            </a:r>
            <a:r>
              <a:rPr lang="en-US" dirty="0" err="1" smtClean="0"/>
              <a:t>Cigunung-Banjarsari</a:t>
            </a:r>
            <a:r>
              <a:rPr lang="en-US" dirty="0" smtClean="0"/>
              <a:t>/</a:t>
            </a:r>
            <a:r>
              <a:rPr lang="en-US" dirty="0" err="1" smtClean="0"/>
              <a:t>Lapangan</a:t>
            </a:r>
            <a:r>
              <a:rPr lang="en-US" dirty="0" smtClean="0"/>
              <a:t> </a:t>
            </a:r>
            <a:r>
              <a:rPr lang="en-US" dirty="0" err="1" smtClean="0"/>
              <a:t>sepak</a:t>
            </a:r>
            <a:r>
              <a:rPr lang="en-US" dirty="0" smtClean="0"/>
              <a:t> bola/</a:t>
            </a:r>
            <a:r>
              <a:rPr lang="en-US" dirty="0" err="1" smtClean="0"/>
              <a:t>Bangunan</a:t>
            </a:r>
            <a:r>
              <a:rPr lang="en-US" dirty="0" smtClean="0"/>
              <a:t> </a:t>
            </a:r>
            <a:r>
              <a:rPr lang="en-US" dirty="0" err="1" smtClean="0"/>
              <a:t>penyelamat</a:t>
            </a:r>
            <a:r>
              <a:rPr lang="en-US" dirty="0" smtClean="0"/>
              <a:t>. </a:t>
            </a:r>
            <a:r>
              <a:rPr lang="en-US" dirty="0" err="1" smtClean="0"/>
              <a:t>Dapat</a:t>
            </a:r>
            <a:r>
              <a:rPr lang="en-US" dirty="0" smtClean="0"/>
              <a:t> </a:t>
            </a:r>
            <a:r>
              <a:rPr lang="en-US" dirty="0" err="1" smtClean="0"/>
              <a:t>dilalui</a:t>
            </a:r>
            <a:r>
              <a:rPr lang="en-US" dirty="0" smtClean="0"/>
              <a:t> motor/</a:t>
            </a:r>
            <a:r>
              <a:rPr lang="en-US" dirty="0" err="1" smtClean="0"/>
              <a:t>mobil</a:t>
            </a:r>
            <a:r>
              <a:rPr lang="en-US" dirty="0" smtClean="0"/>
              <a:t>?</a:t>
            </a:r>
          </a:p>
          <a:p>
            <a:r>
              <a:rPr lang="en-US" dirty="0" err="1" smtClean="0"/>
              <a:t>Nomor</a:t>
            </a:r>
            <a:r>
              <a:rPr lang="en-US" dirty="0" smtClean="0"/>
              <a:t> </a:t>
            </a:r>
            <a:r>
              <a:rPr lang="en-US" dirty="0" err="1" smtClean="0"/>
              <a:t>Foto</a:t>
            </a:r>
            <a:r>
              <a:rPr lang="en-US" dirty="0" smtClean="0"/>
              <a:t>:</a:t>
            </a:r>
          </a:p>
          <a:p>
            <a:r>
              <a:rPr lang="en-US" dirty="0" smtClean="0"/>
              <a:t>*</a:t>
            </a:r>
            <a:r>
              <a:rPr lang="en-US" dirty="0" err="1" smtClean="0"/>
              <a:t>Menanyakan</a:t>
            </a:r>
            <a:r>
              <a:rPr lang="en-US" dirty="0" smtClean="0"/>
              <a:t> </a:t>
            </a:r>
            <a:r>
              <a:rPr lang="en-US" dirty="0" err="1" smtClean="0"/>
              <a:t>penduduk</a:t>
            </a:r>
            <a:r>
              <a:rPr lang="en-US" dirty="0" smtClean="0"/>
              <a:t> </a:t>
            </a:r>
            <a:r>
              <a:rPr lang="en-US" dirty="0" err="1" smtClean="0"/>
              <a:t>setempat</a:t>
            </a:r>
            <a:r>
              <a:rPr lang="en-US" dirty="0" smtClean="0"/>
              <a:t> </a:t>
            </a:r>
            <a:r>
              <a:rPr lang="en-US" dirty="0" err="1" smtClean="0"/>
              <a:t>mengenai</a:t>
            </a:r>
            <a:r>
              <a:rPr lang="en-US" dirty="0" smtClean="0"/>
              <a:t> </a:t>
            </a:r>
            <a:r>
              <a:rPr lang="en-US" dirty="0" err="1" smtClean="0"/>
              <a:t>sejarah</a:t>
            </a:r>
            <a:r>
              <a:rPr lang="en-US" dirty="0" smtClean="0"/>
              <a:t> </a:t>
            </a:r>
            <a:r>
              <a:rPr lang="en-US" dirty="0" err="1" smtClean="0"/>
              <a:t>bencana</a:t>
            </a:r>
            <a:r>
              <a:rPr lang="en-US" dirty="0" smtClean="0"/>
              <a:t> di </a:t>
            </a:r>
            <a:r>
              <a:rPr lang="en-US" dirty="0" err="1" smtClean="0"/>
              <a:t>daerah</a:t>
            </a:r>
            <a:r>
              <a:rPr lang="en-US" dirty="0" smtClean="0"/>
              <a:t> </a:t>
            </a:r>
            <a:r>
              <a:rPr lang="en-US" dirty="0" err="1" smtClean="0"/>
              <a:t>tersebut</a:t>
            </a:r>
            <a:r>
              <a:rPr lang="en-US" dirty="0" smtClean="0"/>
              <a:t>. Ex: </a:t>
            </a:r>
            <a:r>
              <a:rPr lang="en-US" dirty="0" err="1" smtClean="0"/>
              <a:t>longsor</a:t>
            </a:r>
            <a:r>
              <a:rPr lang="en-US" dirty="0" smtClean="0"/>
              <a:t>, </a:t>
            </a:r>
            <a:r>
              <a:rPr lang="en-US" dirty="0" err="1" smtClean="0"/>
              <a:t>gempa</a:t>
            </a:r>
            <a:r>
              <a:rPr lang="en-US" dirty="0" smtClean="0"/>
              <a:t> </a:t>
            </a:r>
            <a:r>
              <a:rPr lang="en-US" dirty="0" err="1" smtClean="0"/>
              <a:t>bumi</a:t>
            </a:r>
            <a:r>
              <a:rPr lang="en-US" dirty="0" smtClean="0"/>
              <a:t>, </a:t>
            </a:r>
            <a:r>
              <a:rPr lang="en-US" dirty="0" err="1" smtClean="0"/>
              <a:t>banjir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90680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Survey </a:t>
            </a:r>
            <a:r>
              <a:rPr lang="en-US" dirty="0" err="1" smtClean="0"/>
              <a:t>Kapasitas</a:t>
            </a:r>
            <a:r>
              <a:rPr lang="en-US" dirty="0" smtClean="0"/>
              <a:t> </a:t>
            </a:r>
            <a:r>
              <a:rPr lang="en-US" dirty="0" err="1" smtClean="0"/>
              <a:t>Masyarakat</a:t>
            </a:r>
            <a:r>
              <a:rPr lang="en-US" dirty="0" smtClean="0"/>
              <a:t> </a:t>
            </a:r>
            <a:r>
              <a:rPr lang="en-US" dirty="0" err="1" smtClean="0"/>
              <a:t>Terhadap</a:t>
            </a:r>
            <a:r>
              <a:rPr lang="en-US" dirty="0" smtClean="0"/>
              <a:t> </a:t>
            </a:r>
            <a:r>
              <a:rPr lang="en-US" dirty="0" err="1" smtClean="0"/>
              <a:t>Bencana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 smtClean="0"/>
              <a:t>Dusun</a:t>
            </a:r>
            <a:r>
              <a:rPr lang="en-US" dirty="0" smtClean="0"/>
              <a:t> </a:t>
            </a:r>
            <a:r>
              <a:rPr lang="en-US" dirty="0" err="1" smtClean="0"/>
              <a:t>Banjarsari</a:t>
            </a:r>
            <a:endParaRPr lang="en-US" dirty="0"/>
          </a:p>
          <a:p>
            <a:r>
              <a:rPr lang="en-US" dirty="0" err="1" smtClean="0"/>
              <a:t>Dusun</a:t>
            </a:r>
            <a:r>
              <a:rPr lang="en-US" dirty="0" smtClean="0"/>
              <a:t> </a:t>
            </a:r>
            <a:r>
              <a:rPr lang="en-US" dirty="0" err="1" smtClean="0"/>
              <a:t>Babakan</a:t>
            </a:r>
            <a:endParaRPr lang="en-US" dirty="0" smtClean="0"/>
          </a:p>
          <a:p>
            <a:r>
              <a:rPr lang="en-US" dirty="0" err="1" smtClean="0"/>
              <a:t>Dusun</a:t>
            </a:r>
            <a:r>
              <a:rPr lang="en-US" dirty="0" smtClean="0"/>
              <a:t> </a:t>
            </a:r>
            <a:r>
              <a:rPr lang="en-US" dirty="0" err="1" smtClean="0"/>
              <a:t>Pajajaran</a:t>
            </a:r>
            <a:endParaRPr lang="en-US" dirty="0" smtClean="0"/>
          </a:p>
          <a:p>
            <a:r>
              <a:rPr lang="en-US" dirty="0" err="1" smtClean="0"/>
              <a:t>Dusun</a:t>
            </a:r>
            <a:r>
              <a:rPr lang="en-US" dirty="0" smtClean="0"/>
              <a:t> </a:t>
            </a:r>
            <a:r>
              <a:rPr lang="en-US" dirty="0" err="1" smtClean="0"/>
              <a:t>Cigunung</a:t>
            </a:r>
            <a:endParaRPr lang="en-US" dirty="0" smtClean="0"/>
          </a:p>
          <a:p>
            <a:r>
              <a:rPr lang="en-US" dirty="0" err="1" smtClean="0"/>
              <a:t>Dusun</a:t>
            </a:r>
            <a:r>
              <a:rPr lang="en-US" dirty="0" smtClean="0"/>
              <a:t> </a:t>
            </a:r>
            <a:r>
              <a:rPr lang="en-US" dirty="0" err="1" smtClean="0"/>
              <a:t>Tarikembing</a:t>
            </a:r>
            <a:endParaRPr lang="en-US" dirty="0" smtClean="0"/>
          </a:p>
          <a:p>
            <a:r>
              <a:rPr lang="en-US" dirty="0" err="1" smtClean="0"/>
              <a:t>Dusun</a:t>
            </a:r>
            <a:r>
              <a:rPr lang="en-US" dirty="0" smtClean="0"/>
              <a:t> </a:t>
            </a:r>
            <a:r>
              <a:rPr lang="en-US" dirty="0" err="1" smtClean="0"/>
              <a:t>Pawangunan</a:t>
            </a:r>
            <a:endParaRPr lang="en-US" dirty="0" smtClean="0"/>
          </a:p>
          <a:p>
            <a:r>
              <a:rPr lang="en-US" dirty="0" err="1" smtClean="0"/>
              <a:t>Wawancara</a:t>
            </a:r>
            <a:r>
              <a:rPr lang="en-US" dirty="0" smtClean="0"/>
              <a:t> </a:t>
            </a:r>
            <a:r>
              <a:rPr lang="en-US" dirty="0" err="1" smtClean="0"/>
              <a:t>langsung</a:t>
            </a:r>
            <a:r>
              <a:rPr lang="en-US" dirty="0" smtClean="0"/>
              <a:t> </a:t>
            </a:r>
            <a:r>
              <a:rPr lang="en-US" dirty="0" err="1" smtClean="0"/>
              <a:t>ke</a:t>
            </a:r>
            <a:r>
              <a:rPr lang="en-US" dirty="0" smtClean="0"/>
              <a:t> </a:t>
            </a:r>
            <a:r>
              <a:rPr lang="en-US" dirty="0" err="1" smtClean="0"/>
              <a:t>Kepala</a:t>
            </a:r>
            <a:r>
              <a:rPr lang="en-US" dirty="0" smtClean="0"/>
              <a:t> </a:t>
            </a:r>
            <a:r>
              <a:rPr lang="en-US" dirty="0" err="1" smtClean="0"/>
              <a:t>Dusun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beberapa</a:t>
            </a:r>
            <a:r>
              <a:rPr lang="en-US" dirty="0" smtClean="0"/>
              <a:t> </a:t>
            </a:r>
            <a:r>
              <a:rPr lang="en-US" dirty="0" err="1" smtClean="0"/>
              <a:t>sampel</a:t>
            </a:r>
            <a:r>
              <a:rPr lang="en-US" dirty="0" smtClean="0"/>
              <a:t> </a:t>
            </a:r>
            <a:r>
              <a:rPr lang="en-US" dirty="0" err="1" smtClean="0"/>
              <a:t>warga</a:t>
            </a:r>
            <a:r>
              <a:rPr lang="en-US" dirty="0" smtClean="0"/>
              <a:t> </a:t>
            </a:r>
            <a:r>
              <a:rPr lang="en-US" dirty="0" err="1" smtClean="0"/>
              <a:t>setempat</a:t>
            </a:r>
            <a:r>
              <a:rPr lang="en-US" dirty="0"/>
              <a:t> </a:t>
            </a:r>
            <a:r>
              <a:rPr lang="en-US" dirty="0" err="1" smtClean="0"/>
              <a:t>mengenai</a:t>
            </a:r>
            <a:r>
              <a:rPr lang="en-US" dirty="0" smtClean="0"/>
              <a:t> 5 </a:t>
            </a:r>
            <a:r>
              <a:rPr lang="en-US" dirty="0" err="1" smtClean="0"/>
              <a:t>indikator</a:t>
            </a:r>
            <a:r>
              <a:rPr lang="en-US" dirty="0" smtClean="0"/>
              <a:t> </a:t>
            </a:r>
            <a:r>
              <a:rPr lang="en-US" dirty="0" err="1" smtClean="0"/>
              <a:t>kapasitas</a:t>
            </a:r>
            <a:r>
              <a:rPr lang="en-US" dirty="0" smtClean="0"/>
              <a:t> </a:t>
            </a:r>
            <a:r>
              <a:rPr lang="en-US" dirty="0" err="1" smtClean="0"/>
              <a:t>masyarakat</a:t>
            </a:r>
            <a:r>
              <a:rPr lang="en-US" dirty="0" smtClean="0"/>
              <a:t>.</a:t>
            </a:r>
          </a:p>
          <a:p>
            <a:r>
              <a:rPr lang="en-US" dirty="0" smtClean="0"/>
              <a:t>Isi </a:t>
            </a:r>
            <a:r>
              <a:rPr lang="en-US" dirty="0" err="1" smtClean="0"/>
              <a:t>tabel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catat</a:t>
            </a:r>
            <a:r>
              <a:rPr lang="en-US" dirty="0" smtClean="0"/>
              <a:t> </a:t>
            </a:r>
            <a:r>
              <a:rPr lang="en-US" dirty="0" err="1" smtClean="0"/>
              <a:t>semua</a:t>
            </a:r>
            <a:r>
              <a:rPr lang="en-US" dirty="0" smtClean="0"/>
              <a:t> </a:t>
            </a:r>
            <a:r>
              <a:rPr lang="en-US" dirty="0" err="1" smtClean="0"/>
              <a:t>informasi</a:t>
            </a:r>
            <a:r>
              <a:rPr lang="en-US" dirty="0" smtClean="0"/>
              <a:t> </a:t>
            </a:r>
            <a:r>
              <a:rPr lang="en-US" dirty="0" err="1" smtClean="0"/>
              <a:t>penting</a:t>
            </a:r>
            <a:r>
              <a:rPr lang="en-US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822861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Wawancara</a:t>
            </a:r>
            <a:r>
              <a:rPr lang="en-US" dirty="0" smtClean="0"/>
              <a:t> </a:t>
            </a:r>
            <a:r>
              <a:rPr lang="en-US" dirty="0" err="1" smtClean="0"/>
              <a:t>ke</a:t>
            </a:r>
            <a:r>
              <a:rPr lang="en-US" dirty="0" smtClean="0"/>
              <a:t> </a:t>
            </a:r>
            <a:r>
              <a:rPr lang="en-US" dirty="0" err="1" smtClean="0"/>
              <a:t>Masyarakat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graphicFrame>
        <p:nvGraphicFramePr>
          <p:cNvPr id="4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35093736"/>
              </p:ext>
            </p:extLst>
          </p:nvPr>
        </p:nvGraphicFramePr>
        <p:xfrm>
          <a:off x="539552" y="2060849"/>
          <a:ext cx="8064899" cy="425601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0355"/>
                <a:gridCol w="4392711"/>
                <a:gridCol w="850611"/>
                <a:gridCol w="850611"/>
                <a:gridCol w="850611"/>
              </a:tblGrid>
              <a:tr h="89793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6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Dusun</a:t>
                      </a:r>
                      <a:endParaRPr lang="id-ID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</a:rPr>
                        <a:t>Indikator</a:t>
                      </a:r>
                      <a:endParaRPr lang="id-ID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</a:rPr>
                        <a:t>Level</a:t>
                      </a:r>
                      <a:endParaRPr lang="id-ID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6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Jmlh</a:t>
                      </a:r>
                      <a:endParaRPr lang="id-ID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6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Kelas</a:t>
                      </a:r>
                      <a:endParaRPr lang="id-ID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737820">
                <a:tc rowSpan="5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600" dirty="0" smtClean="0">
                          <a:effectLst/>
                        </a:rPr>
                        <a:t>Baba</a:t>
                      </a:r>
                      <a:r>
                        <a:rPr lang="en-US" sz="1600" dirty="0" smtClean="0">
                          <a:effectLst/>
                        </a:rPr>
                        <a:t>k</a:t>
                      </a:r>
                      <a:r>
                        <a:rPr lang="id-ID" sz="1600" dirty="0" smtClean="0">
                          <a:effectLst/>
                        </a:rPr>
                        <a:t>an</a:t>
                      </a:r>
                      <a:endParaRPr lang="id-ID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</a:rPr>
                        <a:t>Aturan dan Kelembagaan Penanggulangan Bencana</a:t>
                      </a:r>
                      <a:endParaRPr lang="id-ID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6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id-ID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 rowSpan="5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6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19</a:t>
                      </a:r>
                      <a:endParaRPr lang="id-ID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 rowSpan="5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6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Tinggi</a:t>
                      </a:r>
                      <a:endParaRPr lang="id-ID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737820">
                <a:tc vMerge="1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id-ID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i-FI" sz="1600" dirty="0">
                          <a:effectLst/>
                        </a:rPr>
                        <a:t>Peringatan Dini dan Kajian Risiko Bencana</a:t>
                      </a:r>
                      <a:endParaRPr lang="id-ID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</a:rPr>
                        <a:t>3</a:t>
                      </a:r>
                      <a:endParaRPr lang="id-ID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id-ID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id-ID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424522">
                <a:tc vMerge="1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id-ID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</a:rPr>
                        <a:t>Pendidikan Kebencanaan</a:t>
                      </a:r>
                      <a:endParaRPr lang="id-ID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</a:rPr>
                        <a:t>5</a:t>
                      </a:r>
                      <a:endParaRPr lang="id-ID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id-ID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id-ID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720090">
                <a:tc vMerge="1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id-ID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</a:rPr>
                        <a:t>Pengurangan Faktor Risiko Dasar</a:t>
                      </a:r>
                      <a:endParaRPr lang="id-ID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</a:rPr>
                        <a:t>4</a:t>
                      </a:r>
                      <a:endParaRPr lang="id-ID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id-ID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id-ID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737820">
                <a:tc vMerge="1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id-ID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i-FI" sz="1600" dirty="0">
                          <a:effectLst/>
                        </a:rPr>
                        <a:t>Pembangunan Kesiapsiagaan pada seluruh lini</a:t>
                      </a:r>
                      <a:endParaRPr lang="id-ID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</a:rPr>
                        <a:t>4</a:t>
                      </a:r>
                      <a:endParaRPr lang="id-ID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id-ID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id-ID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0816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67544" y="188641"/>
            <a:ext cx="8229600" cy="634082"/>
          </a:xfrm>
          <a:solidFill>
            <a:schemeClr val="accent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id-ID" sz="3200" dirty="0" smtClean="0"/>
              <a:t>Capacity Assessment / Kapasitas</a:t>
            </a:r>
            <a:endParaRPr lang="id-ID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29465" y="6539724"/>
            <a:ext cx="302839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100" dirty="0" smtClean="0"/>
              <a:t>Sumber : Pedum Pengkajian Risiko Bencana, 2011</a:t>
            </a:r>
            <a:endParaRPr lang="id-ID" sz="1100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29257" y="1064916"/>
          <a:ext cx="3500495" cy="1001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2243"/>
                <a:gridCol w="3008252"/>
              </a:tblGrid>
              <a:tr h="1177290">
                <a:tc>
                  <a:txBody>
                    <a:bodyPr/>
                    <a:lstStyle/>
                    <a:p>
                      <a:pPr algn="ctr"/>
                      <a:r>
                        <a:rPr lang="id-ID" sz="1400" b="1" dirty="0" smtClean="0">
                          <a:solidFill>
                            <a:schemeClr val="tx1"/>
                          </a:solidFill>
                        </a:rPr>
                        <a:t>Lv 1</a:t>
                      </a:r>
                      <a:endParaRPr lang="id-ID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1400" b="1" dirty="0" smtClean="0">
                          <a:solidFill>
                            <a:srgbClr val="002060"/>
                          </a:solidFill>
                        </a:rPr>
                        <a:t>Capaian kecil</a:t>
                      </a:r>
                      <a:r>
                        <a:rPr lang="id-ID" sz="1400" b="0" dirty="0" smtClean="0">
                          <a:solidFill>
                            <a:schemeClr val="tx1"/>
                          </a:solidFill>
                        </a:rPr>
                        <a:t>, terlaksana beberapa tindakan dalam rencana atau</a:t>
                      </a:r>
                      <a:r>
                        <a:rPr lang="id-ID" sz="1400" b="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id-ID" sz="1400" b="0" dirty="0" smtClean="0">
                          <a:solidFill>
                            <a:schemeClr val="tx1"/>
                          </a:solidFill>
                        </a:rPr>
                        <a:t>kebijakan</a:t>
                      </a:r>
                      <a:endParaRPr lang="id-ID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2263140">
                <a:tc>
                  <a:txBody>
                    <a:bodyPr/>
                    <a:lstStyle/>
                    <a:p>
                      <a:pPr algn="ctr"/>
                      <a:r>
                        <a:rPr lang="id-ID" sz="1400" b="1" dirty="0" smtClean="0">
                          <a:solidFill>
                            <a:schemeClr val="bg1"/>
                          </a:solidFill>
                        </a:rPr>
                        <a:t>Lv 2</a:t>
                      </a:r>
                      <a:endParaRPr lang="id-ID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1400" b="1" dirty="0" smtClean="0">
                          <a:solidFill>
                            <a:srgbClr val="FFFF00"/>
                          </a:solidFill>
                        </a:rPr>
                        <a:t>Capaian bersifat sporadis</a:t>
                      </a:r>
                      <a:r>
                        <a:rPr lang="id-ID" sz="1400" dirty="0" smtClean="0">
                          <a:solidFill>
                            <a:schemeClr val="bg1"/>
                          </a:solidFill>
                        </a:rPr>
                        <a:t>, telah teraksanakan beberapa tindakan pengurangan risiko bencana. Belum ada</a:t>
                      </a:r>
                      <a:r>
                        <a:rPr lang="id-ID" sz="1400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id-ID" sz="1400" dirty="0" smtClean="0">
                          <a:solidFill>
                            <a:schemeClr val="bg1"/>
                          </a:solidFill>
                        </a:rPr>
                        <a:t>komitmen kelembagaan dan/atau kebijakan</a:t>
                      </a:r>
                      <a:r>
                        <a:rPr lang="id-ID" sz="1400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id-ID" sz="1400" dirty="0" smtClean="0">
                          <a:solidFill>
                            <a:schemeClr val="bg1"/>
                          </a:solidFill>
                        </a:rPr>
                        <a:t>yang sistematis</a:t>
                      </a:r>
                      <a:endParaRPr lang="id-ID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2697480">
                <a:tc>
                  <a:txBody>
                    <a:bodyPr/>
                    <a:lstStyle/>
                    <a:p>
                      <a:pPr algn="ctr"/>
                      <a:r>
                        <a:rPr lang="id-ID" sz="1400" b="1" dirty="0" smtClean="0">
                          <a:solidFill>
                            <a:schemeClr val="tx1"/>
                          </a:solidFill>
                        </a:rPr>
                        <a:t>Lv 3</a:t>
                      </a:r>
                      <a:endParaRPr lang="id-ID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1400" b="1" dirty="0" smtClean="0">
                          <a:solidFill>
                            <a:srgbClr val="002060"/>
                          </a:solidFill>
                        </a:rPr>
                        <a:t>Capaian</a:t>
                      </a:r>
                      <a:r>
                        <a:rPr lang="id-ID" sz="1400" b="1" baseline="0" dirty="0" smtClean="0">
                          <a:solidFill>
                            <a:srgbClr val="002060"/>
                          </a:solidFill>
                        </a:rPr>
                        <a:t> </a:t>
                      </a:r>
                      <a:r>
                        <a:rPr lang="id-ID" sz="1400" b="1" dirty="0" smtClean="0">
                          <a:solidFill>
                            <a:srgbClr val="002060"/>
                          </a:solidFill>
                        </a:rPr>
                        <a:t>belum menyeluruh</a:t>
                      </a:r>
                      <a:r>
                        <a:rPr lang="id-ID" sz="1400" dirty="0" smtClean="0"/>
                        <a:t>,</a:t>
                      </a:r>
                      <a:r>
                        <a:rPr lang="id-ID" sz="1400" baseline="0" dirty="0" smtClean="0"/>
                        <a:t> </a:t>
                      </a:r>
                      <a:r>
                        <a:rPr lang="id-ID" sz="1400" dirty="0" smtClean="0"/>
                        <a:t>belum signifikan untuk mengurangi dampak negatif dari bencana.</a:t>
                      </a:r>
                      <a:r>
                        <a:rPr lang="id-ID" sz="1400" baseline="0" dirty="0" smtClean="0"/>
                        <a:t> Sudah ada k</a:t>
                      </a:r>
                      <a:r>
                        <a:rPr lang="id-ID" sz="1400" dirty="0" smtClean="0"/>
                        <a:t>omitmen pemerintah dan komunitas tekait pengurangan risiko bencana</a:t>
                      </a:r>
                      <a:r>
                        <a:rPr lang="id-ID" sz="1400" baseline="0" dirty="0" smtClean="0"/>
                        <a:t> </a:t>
                      </a:r>
                      <a:r>
                        <a:rPr lang="id-ID" sz="1400" dirty="0" smtClean="0"/>
                        <a:t>dan didukung dengan kebijakan sistematis</a:t>
                      </a:r>
                      <a:endParaRPr lang="id-ID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2045970">
                <a:tc>
                  <a:txBody>
                    <a:bodyPr/>
                    <a:lstStyle/>
                    <a:p>
                      <a:pPr algn="ctr"/>
                      <a:r>
                        <a:rPr lang="id-ID" sz="1400" b="1" dirty="0" smtClean="0">
                          <a:solidFill>
                            <a:schemeClr val="bg1"/>
                          </a:solidFill>
                        </a:rPr>
                        <a:t>Lv 4</a:t>
                      </a:r>
                      <a:endParaRPr lang="id-ID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1400" b="1" dirty="0" smtClean="0">
                          <a:solidFill>
                            <a:srgbClr val="FFFF00"/>
                          </a:solidFill>
                        </a:rPr>
                        <a:t>Capaian yang berhasil namun</a:t>
                      </a:r>
                      <a:r>
                        <a:rPr lang="id-ID" sz="1400" b="1" baseline="0" dirty="0" smtClean="0">
                          <a:solidFill>
                            <a:srgbClr val="FFFF00"/>
                          </a:solidFill>
                        </a:rPr>
                        <a:t> </a:t>
                      </a:r>
                      <a:r>
                        <a:rPr lang="id-ID" sz="1400" b="1" dirty="0" smtClean="0">
                          <a:solidFill>
                            <a:srgbClr val="FFFF00"/>
                          </a:solidFill>
                        </a:rPr>
                        <a:t>masih ada</a:t>
                      </a:r>
                      <a:r>
                        <a:rPr lang="id-ID" sz="1400" b="1" baseline="0" dirty="0" smtClean="0">
                          <a:solidFill>
                            <a:srgbClr val="FFFF00"/>
                          </a:solidFill>
                        </a:rPr>
                        <a:t> ke</a:t>
                      </a:r>
                      <a:r>
                        <a:rPr lang="id-ID" sz="1400" b="1" dirty="0" smtClean="0">
                          <a:solidFill>
                            <a:srgbClr val="FFFF00"/>
                          </a:solidFill>
                        </a:rPr>
                        <a:t>terbatasan</a:t>
                      </a:r>
                      <a:r>
                        <a:rPr lang="id-ID" sz="1400" dirty="0" smtClean="0">
                          <a:solidFill>
                            <a:schemeClr val="bg1"/>
                          </a:solidFill>
                        </a:rPr>
                        <a:t> dalam komitmen, sumberdaya finansial ataupun kapasitas</a:t>
                      </a:r>
                      <a:r>
                        <a:rPr lang="id-ID" sz="1400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id-ID" sz="1400" dirty="0" smtClean="0">
                          <a:solidFill>
                            <a:schemeClr val="bg1"/>
                          </a:solidFill>
                        </a:rPr>
                        <a:t>operasional dalam pelaksanaan</a:t>
                      </a:r>
                      <a:endParaRPr lang="id-ID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1828800">
                <a:tc>
                  <a:txBody>
                    <a:bodyPr/>
                    <a:lstStyle/>
                    <a:p>
                      <a:pPr algn="ctr"/>
                      <a:r>
                        <a:rPr lang="id-ID" sz="1400" b="1" dirty="0" smtClean="0">
                          <a:solidFill>
                            <a:schemeClr val="tx1"/>
                          </a:solidFill>
                        </a:rPr>
                        <a:t>Lv 5</a:t>
                      </a:r>
                      <a:endParaRPr lang="id-ID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1400" b="1" dirty="0" smtClean="0">
                          <a:solidFill>
                            <a:srgbClr val="002060"/>
                          </a:solidFill>
                        </a:rPr>
                        <a:t>Capaian komprehensif</a:t>
                      </a:r>
                      <a:r>
                        <a:rPr lang="id-ID" sz="1400" b="1" dirty="0" smtClean="0"/>
                        <a:t>, </a:t>
                      </a:r>
                      <a:r>
                        <a:rPr lang="id-ID" sz="1400" dirty="0" smtClean="0"/>
                        <a:t>komitmen dan kapasitas yang memadai</a:t>
                      </a:r>
                      <a:r>
                        <a:rPr lang="id-ID" sz="1400" baseline="0" dirty="0" smtClean="0"/>
                        <a:t> </a:t>
                      </a:r>
                      <a:r>
                        <a:rPr lang="id-ID" sz="1400" dirty="0" smtClean="0"/>
                        <a:t>disemua tingkat komunitas dan jenjang pemerintahan</a:t>
                      </a:r>
                      <a:endParaRPr lang="id-ID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1027" name="Picture 3" descr="C:\Users\satriagasa\Downloads\Kesiapsiagaan (1)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853" y="1096969"/>
            <a:ext cx="5250967" cy="526098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0886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id-ID" dirty="0"/>
              <a:t>Aturan dan Kelembagaan Penanggulangan </a:t>
            </a:r>
            <a:r>
              <a:rPr lang="id-ID" dirty="0" smtClean="0"/>
              <a:t>Bencana</a:t>
            </a:r>
            <a:r>
              <a:rPr lang="en-US" dirty="0" smtClean="0"/>
              <a:t> -&gt; </a:t>
            </a:r>
            <a:r>
              <a:rPr lang="en-US" dirty="0" err="1" smtClean="0"/>
              <a:t>Apakah</a:t>
            </a:r>
            <a:r>
              <a:rPr lang="en-US" dirty="0" smtClean="0"/>
              <a:t> </a:t>
            </a:r>
            <a:r>
              <a:rPr lang="en-US" dirty="0" err="1" smtClean="0"/>
              <a:t>masyarakat</a:t>
            </a:r>
            <a:r>
              <a:rPr lang="en-US" dirty="0" smtClean="0"/>
              <a:t> </a:t>
            </a:r>
            <a:r>
              <a:rPr lang="en-US" dirty="0" err="1" smtClean="0"/>
              <a:t>mengetahui</a:t>
            </a:r>
            <a:r>
              <a:rPr lang="en-US" dirty="0" smtClean="0"/>
              <a:t> </a:t>
            </a:r>
            <a:r>
              <a:rPr lang="en-US" dirty="0" err="1" smtClean="0"/>
              <a:t>keberadaan</a:t>
            </a:r>
            <a:r>
              <a:rPr lang="en-US" dirty="0" smtClean="0"/>
              <a:t> BNPB? </a:t>
            </a:r>
            <a:r>
              <a:rPr lang="en-US" dirty="0" err="1" smtClean="0"/>
              <a:t>Sudahkah</a:t>
            </a:r>
            <a:r>
              <a:rPr lang="en-US" dirty="0" smtClean="0"/>
              <a:t> </a:t>
            </a:r>
            <a:r>
              <a:rPr lang="en-US" dirty="0" err="1" smtClean="0"/>
              <a:t>masyarakat</a:t>
            </a:r>
            <a:r>
              <a:rPr lang="en-US" dirty="0" smtClean="0"/>
              <a:t> </a:t>
            </a:r>
            <a:r>
              <a:rPr lang="en-US" dirty="0" err="1" smtClean="0"/>
              <a:t>mengetahui</a:t>
            </a:r>
            <a:r>
              <a:rPr lang="en-US" dirty="0" smtClean="0"/>
              <a:t> </a:t>
            </a:r>
            <a:r>
              <a:rPr lang="en-US" dirty="0" err="1" smtClean="0"/>
              <a:t>tentang</a:t>
            </a:r>
            <a:r>
              <a:rPr lang="en-US" dirty="0" smtClean="0"/>
              <a:t> </a:t>
            </a:r>
            <a:r>
              <a:rPr lang="en-US" dirty="0" err="1" smtClean="0"/>
              <a:t>aturan</a:t>
            </a:r>
            <a:r>
              <a:rPr lang="en-US" dirty="0" smtClean="0"/>
              <a:t> </a:t>
            </a:r>
            <a:r>
              <a:rPr lang="en-US" dirty="0" err="1" smtClean="0"/>
              <a:t>atau</a:t>
            </a:r>
            <a:r>
              <a:rPr lang="en-US" dirty="0" smtClean="0"/>
              <a:t> </a:t>
            </a:r>
            <a:r>
              <a:rPr lang="en-US" dirty="0" err="1" smtClean="0"/>
              <a:t>perundangundangan</a:t>
            </a:r>
            <a:r>
              <a:rPr lang="en-US" dirty="0" smtClean="0"/>
              <a:t> </a:t>
            </a:r>
            <a:r>
              <a:rPr lang="en-US" dirty="0" err="1" smtClean="0"/>
              <a:t>tentang</a:t>
            </a:r>
            <a:r>
              <a:rPr lang="en-US" dirty="0" smtClean="0"/>
              <a:t> </a:t>
            </a:r>
            <a:r>
              <a:rPr lang="en-US" dirty="0" err="1" smtClean="0"/>
              <a:t>bencana</a:t>
            </a:r>
            <a:r>
              <a:rPr lang="en-US" dirty="0" smtClean="0"/>
              <a:t>?</a:t>
            </a:r>
            <a:endParaRPr lang="id-ID" dirty="0">
              <a:ea typeface="Calibri"/>
              <a:cs typeface="Times New Roman"/>
            </a:endParaRPr>
          </a:p>
          <a:p>
            <a:r>
              <a:rPr lang="fi-FI" dirty="0"/>
              <a:t>Peringatan Dini dan Kajian Risiko </a:t>
            </a:r>
            <a:r>
              <a:rPr lang="fi-FI" dirty="0" smtClean="0"/>
              <a:t>Bencana -&gt; Apakah masyarakat mengetahui bahwa pernah dilakukan pemetaan atau penelitian tentang bencana di dusun tersebut? Bagaimana pengetahuan masyarakat mengenai teknologi Early Warning System?</a:t>
            </a:r>
            <a:endParaRPr lang="id-ID" dirty="0">
              <a:ea typeface="Calibri"/>
              <a:cs typeface="Times New Roman"/>
            </a:endParaRPr>
          </a:p>
          <a:p>
            <a:r>
              <a:rPr lang="id-ID" dirty="0"/>
              <a:t>Pendidikan </a:t>
            </a:r>
            <a:r>
              <a:rPr lang="id-ID" dirty="0" smtClean="0"/>
              <a:t>Kebencanaan</a:t>
            </a:r>
            <a:r>
              <a:rPr lang="en-US" dirty="0"/>
              <a:t> </a:t>
            </a:r>
            <a:r>
              <a:rPr lang="en-US" dirty="0" smtClean="0"/>
              <a:t>-&gt; </a:t>
            </a:r>
            <a:r>
              <a:rPr lang="en-US" dirty="0" err="1" smtClean="0"/>
              <a:t>Pernahkah</a:t>
            </a:r>
            <a:r>
              <a:rPr lang="en-US" dirty="0" smtClean="0"/>
              <a:t> </a:t>
            </a:r>
            <a:r>
              <a:rPr lang="en-US" dirty="0" err="1" smtClean="0"/>
              <a:t>diadakan</a:t>
            </a:r>
            <a:r>
              <a:rPr lang="en-US" dirty="0" smtClean="0"/>
              <a:t> </a:t>
            </a:r>
            <a:r>
              <a:rPr lang="en-US" dirty="0" err="1" smtClean="0"/>
              <a:t>pendidikan</a:t>
            </a:r>
            <a:r>
              <a:rPr lang="en-US" dirty="0" smtClean="0"/>
              <a:t> </a:t>
            </a:r>
            <a:r>
              <a:rPr lang="en-US" dirty="0" err="1" smtClean="0"/>
              <a:t>mengenai</a:t>
            </a:r>
            <a:r>
              <a:rPr lang="en-US" dirty="0" smtClean="0"/>
              <a:t> </a:t>
            </a:r>
            <a:r>
              <a:rPr lang="en-US" dirty="0" err="1" smtClean="0"/>
              <a:t>kebencanaan</a:t>
            </a:r>
            <a:r>
              <a:rPr lang="en-US" dirty="0" smtClean="0"/>
              <a:t> yang </a:t>
            </a:r>
            <a:r>
              <a:rPr lang="en-US" dirty="0" err="1" smtClean="0"/>
              <a:t>dapat</a:t>
            </a:r>
            <a:r>
              <a:rPr lang="en-US" dirty="0" smtClean="0"/>
              <a:t> </a:t>
            </a:r>
            <a:r>
              <a:rPr lang="en-US" dirty="0" err="1" smtClean="0"/>
              <a:t>mengancam</a:t>
            </a:r>
            <a:r>
              <a:rPr lang="en-US" dirty="0" smtClean="0"/>
              <a:t> </a:t>
            </a:r>
            <a:r>
              <a:rPr lang="en-US" dirty="0" err="1" smtClean="0"/>
              <a:t>dusun</a:t>
            </a:r>
            <a:r>
              <a:rPr lang="en-US" dirty="0" smtClean="0"/>
              <a:t> </a:t>
            </a:r>
            <a:r>
              <a:rPr lang="en-US" dirty="0" err="1" smtClean="0"/>
              <a:t>tsb</a:t>
            </a:r>
            <a:r>
              <a:rPr lang="en-US" dirty="0" smtClean="0"/>
              <a:t>? </a:t>
            </a:r>
            <a:r>
              <a:rPr lang="en-US" dirty="0" err="1" smtClean="0"/>
              <a:t>Sosialisasi</a:t>
            </a:r>
            <a:r>
              <a:rPr lang="en-US" dirty="0" smtClean="0"/>
              <a:t>? </a:t>
            </a:r>
            <a:r>
              <a:rPr lang="en-US" dirty="0" err="1" smtClean="0"/>
              <a:t>Simulasi</a:t>
            </a:r>
            <a:r>
              <a:rPr lang="en-US" dirty="0" smtClean="0"/>
              <a:t>?</a:t>
            </a:r>
            <a:endParaRPr lang="id-ID" dirty="0">
              <a:ea typeface="Calibri"/>
              <a:cs typeface="Times New Roman"/>
            </a:endParaRPr>
          </a:p>
          <a:p>
            <a:r>
              <a:rPr lang="id-ID" dirty="0"/>
              <a:t>Pengurangan Faktor Risiko </a:t>
            </a:r>
            <a:r>
              <a:rPr lang="id-ID" dirty="0" smtClean="0"/>
              <a:t>Dasar</a:t>
            </a:r>
            <a:r>
              <a:rPr lang="en-US" dirty="0" smtClean="0"/>
              <a:t> -&gt; </a:t>
            </a:r>
            <a:endParaRPr lang="id-ID" dirty="0">
              <a:ea typeface="Calibri"/>
              <a:cs typeface="Times New Roman"/>
            </a:endParaRPr>
          </a:p>
          <a:p>
            <a:r>
              <a:rPr lang="fi-FI" dirty="0"/>
              <a:t>Pembangunan Kesiapsiagaan pada seluruh </a:t>
            </a:r>
            <a:r>
              <a:rPr lang="fi-FI" dirty="0" smtClean="0"/>
              <a:t>lini -&gt; Apakah masyarakat telah mempersiapkan barang berharga (ex: akta tanah)? Apakah masyarakat memiliki kendaraan yang memadai untuk proses evakuasi? Akses menuju bangunan darurat (ex: jalur evakuasi, lapangan, posko, rumah sakit)</a:t>
            </a:r>
            <a:endParaRPr lang="id-ID" dirty="0"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45216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92811"/>
              </p:ext>
            </p:extLst>
          </p:nvPr>
        </p:nvGraphicFramePr>
        <p:xfrm>
          <a:off x="457200" y="1600200"/>
          <a:ext cx="822960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</a:tblGrid>
              <a:tr h="9601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 smtClean="0"/>
                        <a:t>Dusun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 smtClean="0"/>
                        <a:t>Lembaga</a:t>
                      </a:r>
                      <a:r>
                        <a:rPr lang="en-US" sz="1400" dirty="0" smtClean="0"/>
                        <a:t> BNPB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 smtClean="0"/>
                        <a:t>Undang-undang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 smtClean="0"/>
                        <a:t>Pemetaan</a:t>
                      </a:r>
                      <a:r>
                        <a:rPr lang="en-US" sz="1400" dirty="0" smtClean="0"/>
                        <a:t> </a:t>
                      </a:r>
                      <a:r>
                        <a:rPr lang="en-US" sz="1400" dirty="0" err="1" smtClean="0"/>
                        <a:t>Bencana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EWS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 smtClean="0"/>
                        <a:t>Sosialisasi</a:t>
                      </a:r>
                      <a:r>
                        <a:rPr lang="en-US" sz="1400" dirty="0" smtClean="0"/>
                        <a:t> </a:t>
                      </a:r>
                      <a:r>
                        <a:rPr lang="en-US" sz="1400" dirty="0" err="1" smtClean="0"/>
                        <a:t>Bencana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 smtClean="0"/>
                        <a:t>Simulasi</a:t>
                      </a:r>
                      <a:r>
                        <a:rPr lang="en-US" sz="1400" dirty="0" smtClean="0"/>
                        <a:t> </a:t>
                      </a:r>
                      <a:r>
                        <a:rPr lang="en-US" sz="1400" dirty="0" err="1" smtClean="0"/>
                        <a:t>Bencana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Banjarsari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Pajajaran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Babakan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Cigunung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Tarikembing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Pawangunan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131840" y="6309321"/>
            <a:ext cx="5760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Setiap</a:t>
            </a:r>
            <a:r>
              <a:rPr lang="en-US" dirty="0" smtClean="0"/>
              <a:t> </a:t>
            </a:r>
            <a:r>
              <a:rPr lang="en-US" dirty="0" err="1" smtClean="0"/>
              <a:t>kotak</a:t>
            </a:r>
            <a:r>
              <a:rPr lang="en-US" dirty="0" smtClean="0"/>
              <a:t> </a:t>
            </a:r>
            <a:r>
              <a:rPr lang="en-US" dirty="0" err="1" smtClean="0"/>
              <a:t>diisi</a:t>
            </a:r>
            <a:r>
              <a:rPr lang="en-US" dirty="0" smtClean="0"/>
              <a:t> </a:t>
            </a:r>
            <a:r>
              <a:rPr lang="en-US" dirty="0" err="1" smtClean="0"/>
              <a:t>sesuai</a:t>
            </a:r>
            <a:r>
              <a:rPr lang="en-US" dirty="0" smtClean="0"/>
              <a:t> </a:t>
            </a:r>
            <a:r>
              <a:rPr lang="en-US" dirty="0" err="1" smtClean="0"/>
              <a:t>penilaian</a:t>
            </a:r>
            <a:r>
              <a:rPr lang="en-US" dirty="0" smtClean="0"/>
              <a:t> </a:t>
            </a:r>
            <a:r>
              <a:rPr lang="en-US" dirty="0" err="1" smtClean="0"/>
              <a:t>wawancara</a:t>
            </a:r>
            <a:r>
              <a:rPr lang="en-US" dirty="0" smtClean="0"/>
              <a:t>. </a:t>
            </a:r>
            <a:r>
              <a:rPr lang="en-US" dirty="0" err="1" smtClean="0"/>
              <a:t>Nilai</a:t>
            </a:r>
            <a:r>
              <a:rPr lang="en-US" dirty="0" smtClean="0"/>
              <a:t> 1 s/d 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335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Hasil</a:t>
            </a:r>
            <a:r>
              <a:rPr lang="en-US" dirty="0" smtClean="0"/>
              <a:t> </a:t>
            </a:r>
            <a:r>
              <a:rPr lang="en-US" dirty="0" err="1" smtClean="0"/>
              <a:t>Akhir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trike="sngStrike" dirty="0" err="1" smtClean="0"/>
              <a:t>Peta</a:t>
            </a:r>
            <a:r>
              <a:rPr lang="en-US" strike="sngStrike" dirty="0" smtClean="0"/>
              <a:t> </a:t>
            </a:r>
            <a:r>
              <a:rPr lang="en-US" strike="sngStrike" dirty="0" err="1" smtClean="0"/>
              <a:t>Bahaya</a:t>
            </a:r>
            <a:r>
              <a:rPr lang="en-US" strike="sngStrike" dirty="0" smtClean="0"/>
              <a:t> </a:t>
            </a:r>
            <a:r>
              <a:rPr lang="en-US" strike="sngStrike" dirty="0" err="1" smtClean="0"/>
              <a:t>Bencana</a:t>
            </a:r>
            <a:endParaRPr lang="en-US" strike="sngStrike" dirty="0" smtClean="0"/>
          </a:p>
          <a:p>
            <a:r>
              <a:rPr lang="en-US" dirty="0" err="1" smtClean="0"/>
              <a:t>Peta</a:t>
            </a:r>
            <a:r>
              <a:rPr lang="en-US" dirty="0" smtClean="0"/>
              <a:t> </a:t>
            </a:r>
            <a:r>
              <a:rPr lang="en-US" dirty="0" err="1" smtClean="0"/>
              <a:t>Potensi</a:t>
            </a:r>
            <a:r>
              <a:rPr lang="en-US" dirty="0" smtClean="0"/>
              <a:t> </a:t>
            </a:r>
            <a:r>
              <a:rPr lang="en-US" dirty="0" err="1" smtClean="0"/>
              <a:t>Bencana</a:t>
            </a:r>
            <a:endParaRPr lang="en-US" dirty="0" smtClean="0"/>
          </a:p>
          <a:p>
            <a:r>
              <a:rPr lang="en-US" strike="sngStrike" dirty="0" err="1" smtClean="0"/>
              <a:t>Peta</a:t>
            </a:r>
            <a:r>
              <a:rPr lang="en-US" strike="sngStrike" dirty="0" smtClean="0"/>
              <a:t> </a:t>
            </a:r>
            <a:r>
              <a:rPr lang="en-US" strike="sngStrike" dirty="0" err="1" smtClean="0"/>
              <a:t>Kerentanan</a:t>
            </a:r>
            <a:r>
              <a:rPr lang="en-US" strike="sngStrike" dirty="0" smtClean="0"/>
              <a:t> </a:t>
            </a:r>
            <a:r>
              <a:rPr lang="en-US" strike="sngStrike" dirty="0" err="1" smtClean="0"/>
              <a:t>Sosial</a:t>
            </a:r>
            <a:r>
              <a:rPr lang="en-US" strike="sngStrike" dirty="0"/>
              <a:t> </a:t>
            </a:r>
            <a:r>
              <a:rPr lang="en-US" strike="sngStrike" dirty="0" err="1" smtClean="0"/>
              <a:t>Terhadap</a:t>
            </a:r>
            <a:r>
              <a:rPr lang="en-US" strike="sngStrike" dirty="0" smtClean="0"/>
              <a:t> </a:t>
            </a:r>
            <a:r>
              <a:rPr lang="en-US" strike="sngStrike" dirty="0" err="1" smtClean="0"/>
              <a:t>Bencana</a:t>
            </a:r>
            <a:endParaRPr lang="en-US" strike="sngStrike" dirty="0" smtClean="0"/>
          </a:p>
          <a:p>
            <a:r>
              <a:rPr lang="en-US" dirty="0" err="1" smtClean="0"/>
              <a:t>Peta</a:t>
            </a:r>
            <a:r>
              <a:rPr lang="en-US" dirty="0" smtClean="0"/>
              <a:t> </a:t>
            </a:r>
            <a:r>
              <a:rPr lang="en-US" dirty="0" err="1" smtClean="0"/>
              <a:t>Kapasitas</a:t>
            </a:r>
            <a:r>
              <a:rPr lang="en-US" dirty="0" smtClean="0"/>
              <a:t> </a:t>
            </a:r>
            <a:r>
              <a:rPr lang="en-US" dirty="0" err="1" smtClean="0"/>
              <a:t>Masyarakat</a:t>
            </a:r>
            <a:r>
              <a:rPr lang="en-US" dirty="0" smtClean="0"/>
              <a:t> </a:t>
            </a:r>
            <a:r>
              <a:rPr lang="en-US" dirty="0" err="1" smtClean="0"/>
              <a:t>Terhadap</a:t>
            </a:r>
            <a:r>
              <a:rPr lang="en-US" dirty="0" smtClean="0"/>
              <a:t> </a:t>
            </a:r>
            <a:r>
              <a:rPr lang="en-US" dirty="0" err="1" smtClean="0"/>
              <a:t>Bencana</a:t>
            </a:r>
            <a:endParaRPr lang="en-US" dirty="0" smtClean="0"/>
          </a:p>
          <a:p>
            <a:r>
              <a:rPr lang="en-US" dirty="0" smtClean="0"/>
              <a:t>Poster </a:t>
            </a:r>
            <a:r>
              <a:rPr lang="en-US" dirty="0" err="1" smtClean="0"/>
              <a:t>Manajemen</a:t>
            </a:r>
            <a:r>
              <a:rPr lang="en-US" dirty="0" smtClean="0"/>
              <a:t> </a:t>
            </a:r>
            <a:r>
              <a:rPr lang="en-US" dirty="0" err="1" smtClean="0"/>
              <a:t>Mitigasi</a:t>
            </a:r>
            <a:r>
              <a:rPr lang="en-US" dirty="0" smtClean="0"/>
              <a:t> </a:t>
            </a:r>
            <a:r>
              <a:rPr lang="en-US" dirty="0" err="1" smtClean="0"/>
              <a:t>Bencana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021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1273</TotalTime>
  <Words>1171</Words>
  <Application>Microsoft Office PowerPoint</Application>
  <PresentationFormat>On-screen Show (4:3)</PresentationFormat>
  <Paragraphs>247</Paragraphs>
  <Slides>31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Office Theme</vt:lpstr>
      <vt:lpstr>Pemetaan Kapasitas Masyarakat dan Mitigasi Bencana Desa Banjarsari</vt:lpstr>
      <vt:lpstr>Sosialisasi Kebencanaan Desa Banjarsari</vt:lpstr>
      <vt:lpstr>Profil Desa Banjarsari</vt:lpstr>
      <vt:lpstr>Gambaran Kebencanaan Desa Banjarsari</vt:lpstr>
      <vt:lpstr>Kejadian Bencana Terbaru</vt:lpstr>
      <vt:lpstr>PowerPoint Presentation</vt:lpstr>
      <vt:lpstr>PowerPoint Presentation</vt:lpstr>
      <vt:lpstr>PowerPoint Presentation</vt:lpstr>
      <vt:lpstr>Hasil Pemetaan Kapasitas Masyarakat</vt:lpstr>
      <vt:lpstr>PowerPoint Presentation</vt:lpstr>
      <vt:lpstr>Mitigasi Bencana</vt:lpstr>
      <vt:lpstr>PowerPoint Presentation</vt:lpstr>
      <vt:lpstr>PowerPoint Presentation</vt:lpstr>
      <vt:lpstr>PowerPoint Presentation</vt:lpstr>
      <vt:lpstr>Kesimpulan &amp; Saran</vt:lpstr>
      <vt:lpstr>PowerPoint Presentation</vt:lpstr>
      <vt:lpstr>Bencana Alam di Desa Banjarsari</vt:lpstr>
      <vt:lpstr>PowerPoint Presentation</vt:lpstr>
      <vt:lpstr>Survey Potensi Bencana</vt:lpstr>
      <vt:lpstr>Kekar</vt:lpstr>
      <vt:lpstr>Sesar</vt:lpstr>
      <vt:lpstr>Jenis Longsoran</vt:lpstr>
      <vt:lpstr>PowerPoint Presentation</vt:lpstr>
      <vt:lpstr>PowerPoint Presentation</vt:lpstr>
      <vt:lpstr>Survei Kerentanan Sosial Bencana Longsor</vt:lpstr>
      <vt:lpstr>Survey Kapasitas Masyarakat Terhadap Bencana</vt:lpstr>
      <vt:lpstr>Wawancara ke Masyarakat</vt:lpstr>
      <vt:lpstr>Capacity Assessment / Kapasitas</vt:lpstr>
      <vt:lpstr>PowerPoint Presentation</vt:lpstr>
      <vt:lpstr>PowerPoint Presentation</vt:lpstr>
      <vt:lpstr>Hasil Akhir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ASUS</dc:creator>
  <cp:lastModifiedBy>ASUS</cp:lastModifiedBy>
  <cp:revision>72</cp:revision>
  <dcterms:created xsi:type="dcterms:W3CDTF">2017-06-30T06:43:31Z</dcterms:created>
  <dcterms:modified xsi:type="dcterms:W3CDTF">2017-07-23T03:07:10Z</dcterms:modified>
</cp:coreProperties>
</file>